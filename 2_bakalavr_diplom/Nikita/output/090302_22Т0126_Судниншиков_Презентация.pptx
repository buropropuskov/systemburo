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media20.svg" ContentType="image/svg+xml"/>
  <Override PartName="/ppt/media/media21.svg" ContentType="image/svg+xml"/>
  <Override PartName="/ppt/media/media22.svg" ContentType="image/svg+xml"/>
  <Override PartName="/ppt/media/media2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sldIdLst>
    <p:sldId id="256" r:id="rId3"/>
    <p:sldId id="257" r:id="rId4"/>
    <p:sldId id="258" r:id="rId5"/>
    <p:sldId id="260" r:id="rId7"/>
    <p:sldId id="261" r:id="rId8"/>
    <p:sldId id="262" r:id="rId9"/>
    <p:sldId id="264" r:id="rId6"/>
    <p:sldId id="265" r:id="rId14"/>
    <p:sldId id="266" r:id="rId15"/>
    <p:sldId id="267" r:id="rId16"/>
    <p:sldId id="268" r:id="rId17"/>
    <p:sldId id="269" r:id="rId18"/>
    <p:sldId id="270" r:id="rId19"/>
    <p:sldId id="263" r:id="rId10"/>
  </p:sldIdLst>
  <p:sldSz cx="12192000" cy="6858000"/>
  <p:notesSz cx="12192000" cy="6858000"/>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23" d="100"/>
          <a:sy n="123" d="100"/>
        </p:scale>
        <p:origin x="-114" y="-612"/>
      </p:cViewPr>
      <p:guideLst>
        <p:guide pos="3090" orient="horz"/>
        <p:guide pos="482" orient="horz"/>
        <p:guide pos="1162" orient="horz"/>
        <p:guide pos="1366" orient="horz"/>
        <p:guide pos="2341" orient="horz"/>
        <p:guide pos="2591" orient="horz"/>
        <p:guide pos="2523" orient="horz"/>
        <p:guide pos="1117" orient="horz"/>
        <p:guide pos="436" orient="horz"/>
        <p:guide pos="1253" orient="horz"/>
        <p:guide pos="2047" orient="horz"/>
        <p:guide pos="2479"/>
        <p:guide pos="5518"/>
        <p:guide pos="6698"/>
        <p:guide pos="5450"/>
        <p:guide pos="6176"/>
        <p:guide pos="1527"/>
        <p:guide pos="3092"/>
        <p:guide pos="5382"/>
        <p:guide pos="960"/>
        <p:guide pos="2434"/>
        <p:guide pos="1277"/>
        <p:guide pos="4078"/>
      </p:guideLst>
    </p:cSldViewPr>
  </p:slideViewPr>
  <p:gridSpacing cx="46800" cy="46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7.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14.xml"/><Relationship Id="rId11" Type="http://schemas.openxmlformats.org/officeDocument/2006/relationships/presProps" Target="presProps.xml"/><Relationship Id="rId12" Type="http://schemas.openxmlformats.org/officeDocument/2006/relationships/tableStyles" Target="tableStyles.xml"/><Relationship Id="rId13" Type="http://schemas.openxmlformats.org/officeDocument/2006/relationships/viewProps" Target="viewProp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barChart>
        <c:barDir val="col"/>
        <c:grouping val="clustered"/>
        <c:varyColors val="0"/>
        <c:dLbls>
          <c:showBubbleSize val="0"/>
          <c:showCatName val="0"/>
          <c:showLeaderLines val="0"/>
          <c:showLegendKey val="0"/>
          <c:showPercent val="0"/>
          <c:showSerName val="0"/>
          <c:showVal val="0"/>
        </c:dLbls>
        <c:gapWidth val="150"/>
        <c:axId val="268404992"/>
        <c:axId val="288604160"/>
      </c:barChart>
      <c:catAx>
        <c:axId val="268404992"/>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a:solidFill>
                  <a:schemeClr val="tx1">
                    <a:lumMod val="65000"/>
                    <a:lumOff val="35000"/>
                  </a:schemeClr>
                </a:solidFill>
                <a:latin typeface="+mn-lt"/>
                <a:ea typeface="+mn-ea"/>
                <a:cs typeface="+mn-cs"/>
              </a:defRPr>
            </a:pPr>
            <a:endParaRPr lang="ru-RU"/>
          </a:p>
        </c:txPr>
        <c:crossAx val="288604160"/>
        <c:crosses val="autoZero"/>
        <c:auto val="1"/>
        <c:lblAlgn val="ctr"/>
        <c:lblOffset val="100"/>
        <c:noMultiLvlLbl val="0"/>
      </c:catAx>
      <c:valAx>
        <c:axId val="288604160"/>
        <c:scaling>
          <c:orientation val="minMax"/>
        </c:scaling>
        <c:delete val="1"/>
        <c:axPos val="l"/>
        <c:numFmt formatCode="General" sourceLinked="1"/>
        <c:majorTickMark val="none"/>
        <c:minorTickMark val="none"/>
        <c:tickLblPos val="nextTo"/>
        <c:crossAx val="268404992"/>
        <c:crosses val="autoZero"/>
        <c:crossBetween val="between"/>
      </c:valAx>
      <c:spPr bwMode="auto">
        <a:prstGeom prst="rect">
          <a:avLst/>
        </a:prstGeom>
        <a:noFill/>
        <a:ln>
          <a:noFill/>
        </a:ln>
        <a:effectLst/>
      </c:spPr>
    </c:plotArea>
    <c:plotVisOnly val="1"/>
    <c:dispBlanksAs val="gap"/>
    <c:showDLblsOverMax val="0"/>
  </c:chart>
  <c:spPr bwMode="auto">
    <a:xfrm>
      <a:off x="8399463" y="2171700"/>
      <a:ext cx="3348037" cy="4000500"/>
    </a:xfrm>
    <a:prstGeom prst="rect">
      <a:avLst/>
    </a:prstGeom>
    <a:noFill/>
    <a:ln>
      <a:noFill/>
    </a:ln>
    <a:effectLst/>
  </c:spPr>
  <c:txPr>
    <a:bodyPr/>
    <a:lstStyle/>
    <a:p>
      <a:pPr>
        <a:defRPr/>
      </a:pPr>
      <a:endParaRPr lang="ru-RU"/>
    </a:p>
  </c:txPr>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105220"/>
          <c:y val="0.050926"/>
          <c:w val="0.894604"/>
          <c:h val="0.617086"/>
        </c:manualLayout>
      </c:layout>
      <c:lineChart>
        <c:grouping val="standard"/>
        <c:varyColors val="0"/>
        <c:ser>
          <c:idx val="0"/>
          <c:order val="0"/>
          <c:tx>
            <c:strRef>
              <c:f>Лист3!$G$16</c:f>
              <c:strCache>
                <c:ptCount val="1"/>
                <c:pt idx="0">
                  <c:v xml:space="preserve">Глобальный инновационный индекс</c:v>
                </c:pt>
              </c:strCache>
            </c:strRef>
          </c:tx>
          <c:spPr bwMode="auto">
            <a:prstGeom prst="rect">
              <a:avLst/>
            </a:prstGeom>
            <a:ln w="76200" cap="rnd">
              <a:solidFill>
                <a:schemeClr val="accent1"/>
              </a:solidFill>
              <a:round/>
            </a:ln>
            <a:effectLst/>
          </c:spPr>
          <c:marker>
            <c:spPr bwMode="auto">
              <a:ln w="76200"/>
            </c:spPr>
          </c:marker>
          <c:cat>
            <c:numRef>
              <c:f>Лист3!$H$15:$L$15</c:f>
              <c:numCache>
                <c:formatCode>General</c:formatCode>
                <c:ptCount val="5"/>
                <c:pt idx="0">
                  <c:v>2017</c:v>
                </c:pt>
                <c:pt idx="1">
                  <c:v>2018</c:v>
                </c:pt>
                <c:pt idx="2">
                  <c:v>2019</c:v>
                </c:pt>
                <c:pt idx="3">
                  <c:v>2020</c:v>
                </c:pt>
                <c:pt idx="4">
                  <c:v>2021</c:v>
                </c:pt>
              </c:numCache>
            </c:numRef>
          </c:cat>
          <c:val>
            <c:numRef>
              <c:f>Лист3!$H$16:$L$16</c:f>
              <c:numCache>
                <c:formatCode>General</c:formatCode>
                <c:ptCount val="5"/>
                <c:pt idx="0">
                  <c:v>45</c:v>
                </c:pt>
                <c:pt idx="1">
                  <c:v>46</c:v>
                </c:pt>
                <c:pt idx="2">
                  <c:v>46</c:v>
                </c:pt>
                <c:pt idx="3">
                  <c:v>47</c:v>
                </c:pt>
                <c:pt idx="4">
                  <c:v>45</c:v>
                </c:pt>
              </c:numCache>
            </c:numRef>
          </c:val>
          <c:smooth val="0"/>
        </c:ser>
        <c:ser>
          <c:idx val="1"/>
          <c:order val="1"/>
          <c:tx>
            <c:strRef>
              <c:f>Лист3!$G$17</c:f>
              <c:strCache>
                <c:ptCount val="1"/>
                <c:pt idx="0">
                  <c:v xml:space="preserve">Ресурсы инноваций</c:v>
                </c:pt>
              </c:strCache>
            </c:strRef>
          </c:tx>
          <c:spPr bwMode="auto">
            <a:prstGeom prst="rect">
              <a:avLst/>
            </a:prstGeom>
            <a:ln w="38100" cap="rnd">
              <a:solidFill>
                <a:schemeClr val="accent2"/>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Лист3!$H$17:$L$17</c:f>
              <c:numCache>
                <c:formatCode>General</c:formatCode>
                <c:ptCount val="5"/>
                <c:pt idx="0">
                  <c:v>43</c:v>
                </c:pt>
                <c:pt idx="1">
                  <c:v>43</c:v>
                </c:pt>
                <c:pt idx="2">
                  <c:v>41</c:v>
                </c:pt>
                <c:pt idx="3">
                  <c:v>42</c:v>
                </c:pt>
                <c:pt idx="4">
                  <c:v>43</c:v>
                </c:pt>
              </c:numCache>
            </c:numRef>
          </c:val>
          <c:smooth val="0"/>
        </c:ser>
        <c:ser>
          <c:idx val="2"/>
          <c:order val="2"/>
          <c:tx>
            <c:strRef>
              <c:f>Лист3!$G$18</c:f>
              <c:strCache>
                <c:ptCount val="1"/>
                <c:pt idx="0">
                  <c:v xml:space="preserve">Результаты инноваций</c:v>
                </c:pt>
              </c:strCache>
            </c:strRef>
          </c:tx>
          <c:spPr bwMode="auto">
            <a:prstGeom prst="rect">
              <a:avLst/>
            </a:prstGeom>
            <a:ln w="38100" cap="rnd">
              <a:solidFill>
                <a:schemeClr val="accent3"/>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Лист3!$H$18:$L$18</c:f>
              <c:numCache>
                <c:formatCode>General</c:formatCode>
                <c:ptCount val="5"/>
                <c:pt idx="0">
                  <c:v>51</c:v>
                </c:pt>
                <c:pt idx="1">
                  <c:v>56</c:v>
                </c:pt>
                <c:pt idx="2">
                  <c:v>59</c:v>
                </c:pt>
                <c:pt idx="3">
                  <c:v>58</c:v>
                </c:pt>
                <c:pt idx="4">
                  <c:v>52</c:v>
                </c:pt>
              </c:numCache>
            </c:numRef>
          </c:val>
          <c:smooth val="0"/>
        </c:ser>
        <c:dLbls>
          <c:showBubbleSize val="0"/>
          <c:showCatName val="0"/>
          <c:showLeaderLines val="0"/>
          <c:showLegendKey val="0"/>
          <c:showPercent val="0"/>
          <c:showSerName val="0"/>
          <c:showVal val="0"/>
        </c:dLbls>
        <c:marker val="1"/>
        <c:smooth val="0"/>
        <c:axId val="288855936"/>
        <c:axId val="288862592"/>
      </c:lineChart>
      <c:catAx>
        <c:axId val="288855936"/>
        <c:scaling>
          <c:orientation val="minMax"/>
        </c:scaling>
        <c:delete val="0"/>
        <c:axPos val="b"/>
        <c:title>
          <c:tx>
            <c:rich>
              <a:bodyPr rot="0" vert="horz"/>
              <a:lstStyle/>
              <a:p>
                <a:pPr>
                  <a:defRPr/>
                </a:pPr>
                <a:r>
                  <a:rPr lang="ru-RU"/>
                  <a:t>Год</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vert="horz"/>
          <a:lstStyle/>
          <a:p>
            <a:pPr>
              <a:defRPr/>
            </a:pPr>
            <a:endParaRPr lang="ru-RU"/>
          </a:p>
        </c:txPr>
        <c:crossAx val="288862592"/>
        <c:crosses val="autoZero"/>
        <c:auto val="1"/>
        <c:lblAlgn val="ctr"/>
        <c:lblOffset val="100"/>
        <c:noMultiLvlLbl val="0"/>
      </c:catAx>
      <c:valAx>
        <c:axId val="288862592"/>
        <c:scaling>
          <c:orientation val="minMax"/>
          <c:min val="30.000000"/>
        </c:scaling>
        <c:delete val="0"/>
        <c:axPos val="l"/>
        <c:majorGridlines>
          <c:spPr bwMode="auto">
            <a:prstGeom prst="rect">
              <a:avLst/>
            </a:prstGeom>
            <a:ln w="9525" cap="flat" cmpd="sng" algn="ctr">
              <a:solidFill>
                <a:schemeClr val="tx1">
                  <a:lumMod val="15000"/>
                  <a:lumOff val="85000"/>
                </a:schemeClr>
              </a:solidFill>
              <a:round/>
            </a:ln>
            <a:effectLst/>
          </c:spPr>
        </c:majorGridlines>
        <c:title>
          <c:tx>
            <c:rich>
              <a:bodyPr rot="-5400000" vert="horz"/>
              <a:lstStyle/>
              <a:p>
                <a:pPr>
                  <a:defRPr/>
                </a:pPr>
                <a:r>
                  <a:rPr lang="ru-RU"/>
                  <a:t>Место в рейтинге</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a:noFill/>
          </a:ln>
          <a:effectLst/>
        </c:spPr>
        <c:txPr>
          <a:bodyPr rot="-60000000" vert="horz"/>
          <a:lstStyle/>
          <a:p>
            <a:pPr>
              <a:defRPr/>
            </a:pPr>
            <a:endParaRPr lang="ru-RU"/>
          </a:p>
        </c:txPr>
        <c:crossAx val="288855936"/>
        <c:crosses val="autoZero"/>
        <c:crossBetween val="between"/>
      </c:valAx>
      <c:spPr bwMode="auto">
        <a:prstGeom prst="rect">
          <a:avLst/>
        </a:prstGeom>
        <a:noFill/>
        <a:ln>
          <a:noFill/>
        </a:ln>
        <a:effectLst/>
      </c:spPr>
    </c:plotArea>
    <c:legend>
      <c:legendPos val="b"/>
      <c:layout>
        <c:manualLayout>
          <c:xMode val="edge"/>
          <c:yMode val="edge"/>
          <c:x val="0.000000"/>
          <c:y val="0.833324"/>
          <c:w val="1.000000"/>
          <c:h val="0.157417"/>
        </c:manualLayout>
      </c:layout>
      <c:overlay val="0"/>
      <c:spPr bwMode="auto">
        <a:prstGeom prst="rect">
          <a:avLst/>
        </a:prstGeom>
        <a:noFill/>
        <a:ln>
          <a:noFill/>
        </a:ln>
        <a:effectLst/>
      </c:spPr>
      <c:txPr>
        <a:bodyPr rot="0" vert="horz"/>
        <a:lstStyle/>
        <a:p>
          <a:pPr>
            <a:defRPr sz="1800"/>
          </a:pPr>
          <a:endParaRPr lang="ru-RU"/>
        </a:p>
      </c:txPr>
    </c:legend>
    <c:plotVisOnly val="1"/>
    <c:dispBlanksAs val="gap"/>
    <c:showDLblsOverMax val="0"/>
  </c:chart>
  <c:spPr bwMode="auto">
    <a:xfrm>
      <a:off x="267621" y="1993309"/>
      <a:ext cx="7355804" cy="4578702"/>
    </a:xfrm>
    <a:prstGeom prst="rect">
      <a:avLst/>
    </a:prstGeom>
    <a:solidFill>
      <a:schemeClr val="bg1"/>
    </a:solidFill>
    <a:ln w="9525" cap="flat" cmpd="sng" algn="ctr">
      <a:solidFill>
        <a:schemeClr val="tx1">
          <a:lumMod val="15000"/>
          <a:lumOff val="85000"/>
        </a:schemeClr>
      </a:solidFill>
      <a:round/>
    </a:ln>
    <a:effectLst/>
  </c:spPr>
  <c:txPr>
    <a:bodyPr/>
    <a:lstStyle/>
    <a:p>
      <a:pPr>
        <a:defRPr sz="1600">
          <a:solidFill>
            <a:sysClr val="windowText" lastClr="000000"/>
          </a:solidFill>
          <a:latin typeface="Times New Roman"/>
          <a:cs typeface="Times New Roman"/>
        </a:defRPr>
      </a:pPr>
      <a:endParaRPr lang="ru-RU"/>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barChart>
        <c:barDir val="col"/>
        <c:grouping val="clustered"/>
        <c:varyColors val="0"/>
        <c:dLbls>
          <c:showBubbleSize val="0"/>
          <c:showCatName val="0"/>
          <c:showLeaderLines val="0"/>
          <c:showLegendKey val="0"/>
          <c:showPercent val="0"/>
          <c:showSerName val="0"/>
          <c:showVal val="0"/>
        </c:dLbls>
        <c:gapWidth val="150"/>
        <c:axId val="288871936"/>
        <c:axId val="288873472"/>
      </c:barChart>
      <c:catAx>
        <c:axId val="288871936"/>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a:solidFill>
                  <a:schemeClr val="tx1">
                    <a:lumMod val="65000"/>
                    <a:lumOff val="35000"/>
                  </a:schemeClr>
                </a:solidFill>
                <a:latin typeface="+mn-lt"/>
                <a:ea typeface="+mn-ea"/>
                <a:cs typeface="+mn-cs"/>
              </a:defRPr>
            </a:pPr>
            <a:endParaRPr lang="ru-RU"/>
          </a:p>
        </c:txPr>
        <c:crossAx val="288873472"/>
        <c:crosses val="autoZero"/>
        <c:auto val="1"/>
        <c:lblAlgn val="ctr"/>
        <c:lblOffset val="100"/>
        <c:noMultiLvlLbl val="0"/>
      </c:catAx>
      <c:valAx>
        <c:axId val="288873472"/>
        <c:scaling>
          <c:orientation val="minMax"/>
        </c:scaling>
        <c:delete val="1"/>
        <c:axPos val="l"/>
        <c:numFmt formatCode="General" sourceLinked="1"/>
        <c:majorTickMark val="none"/>
        <c:minorTickMark val="none"/>
        <c:tickLblPos val="nextTo"/>
        <c:crossAx val="288871936"/>
        <c:crosses val="autoZero"/>
        <c:crossBetween val="between"/>
      </c:valAx>
      <c:spPr bwMode="auto">
        <a:prstGeom prst="rect">
          <a:avLst/>
        </a:prstGeom>
        <a:noFill/>
        <a:ln>
          <a:noFill/>
        </a:ln>
        <a:effectLst/>
      </c:spPr>
    </c:plotArea>
    <c:plotVisOnly val="1"/>
    <c:dispBlanksAs val="gap"/>
    <c:showDLblsOverMax val="0"/>
  </c:chart>
  <c:spPr bwMode="auto">
    <a:xfrm>
      <a:off x="8399463" y="2171700"/>
      <a:ext cx="3348037" cy="4000500"/>
    </a:xfrm>
    <a:prstGeom prst="rect">
      <a:avLst/>
    </a:prstGeom>
    <a:noFill/>
    <a:ln>
      <a:noFill/>
    </a:ln>
    <a:effectLst/>
  </c:spPr>
  <c:txPr>
    <a:bodyPr/>
    <a:lstStyle/>
    <a:p>
      <a:pPr>
        <a:defRPr/>
      </a:pPr>
      <a:endParaRPr lang="ru-RU"/>
    </a:p>
  </c:txPr>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105220"/>
          <c:y val="0.050926"/>
          <c:w val="0.894604"/>
          <c:h val="0.617086"/>
        </c:manualLayout>
      </c:layout>
      <c:lineChart>
        <c:grouping val="standard"/>
        <c:varyColors val="0"/>
        <c:ser>
          <c:idx val="0"/>
          <c:order val="0"/>
          <c:tx>
            <c:strRef>
              <c:f>Лист3!$G$16</c:f>
              <c:strCache>
                <c:ptCount val="1"/>
                <c:pt idx="0">
                  <c:v xml:space="preserve">Глобальный инновационный индекс</c:v>
                </c:pt>
              </c:strCache>
            </c:strRef>
          </c:tx>
          <c:spPr bwMode="auto">
            <a:prstGeom prst="rect">
              <a:avLst/>
            </a:prstGeom>
            <a:ln w="76200" cap="rnd">
              <a:solidFill>
                <a:schemeClr val="accent1"/>
              </a:solidFill>
              <a:round/>
            </a:ln>
            <a:effectLst/>
          </c:spPr>
          <c:marker>
            <c:spPr bwMode="auto">
              <a:ln w="76200"/>
            </c:spPr>
          </c:marker>
          <c:cat>
            <c:numRef>
              <c:f>Лист3!$H$15:$L$15</c:f>
              <c:numCache>
                <c:formatCode>General</c:formatCode>
                <c:ptCount val="5"/>
                <c:pt idx="0">
                  <c:v>2017</c:v>
                </c:pt>
                <c:pt idx="1">
                  <c:v>2018</c:v>
                </c:pt>
                <c:pt idx="2">
                  <c:v>2019</c:v>
                </c:pt>
                <c:pt idx="3">
                  <c:v>2020</c:v>
                </c:pt>
                <c:pt idx="4">
                  <c:v>2021</c:v>
                </c:pt>
              </c:numCache>
            </c:numRef>
          </c:cat>
          <c:val>
            <c:numRef>
              <c:f>Лист3!$H$16:$L$16</c:f>
              <c:numCache>
                <c:formatCode>General</c:formatCode>
                <c:ptCount val="5"/>
                <c:pt idx="0">
                  <c:v>45</c:v>
                </c:pt>
                <c:pt idx="1">
                  <c:v>46</c:v>
                </c:pt>
                <c:pt idx="2">
                  <c:v>46</c:v>
                </c:pt>
                <c:pt idx="3">
                  <c:v>47</c:v>
                </c:pt>
                <c:pt idx="4">
                  <c:v>45</c:v>
                </c:pt>
              </c:numCache>
            </c:numRef>
          </c:val>
          <c:smooth val="0"/>
        </c:ser>
        <c:ser>
          <c:idx val="1"/>
          <c:order val="1"/>
          <c:tx>
            <c:strRef>
              <c:f>Лист3!$G$17</c:f>
              <c:strCache>
                <c:ptCount val="1"/>
                <c:pt idx="0">
                  <c:v xml:space="preserve">Ресурсы инноваций</c:v>
                </c:pt>
              </c:strCache>
            </c:strRef>
          </c:tx>
          <c:spPr bwMode="auto">
            <a:prstGeom prst="rect">
              <a:avLst/>
            </a:prstGeom>
            <a:ln w="38100" cap="rnd">
              <a:solidFill>
                <a:schemeClr val="accent2"/>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Лист3!$H$17:$L$17</c:f>
              <c:numCache>
                <c:formatCode>General</c:formatCode>
                <c:ptCount val="5"/>
                <c:pt idx="0">
                  <c:v>43</c:v>
                </c:pt>
                <c:pt idx="1">
                  <c:v>43</c:v>
                </c:pt>
                <c:pt idx="2">
                  <c:v>41</c:v>
                </c:pt>
                <c:pt idx="3">
                  <c:v>42</c:v>
                </c:pt>
                <c:pt idx="4">
                  <c:v>43</c:v>
                </c:pt>
              </c:numCache>
            </c:numRef>
          </c:val>
          <c:smooth val="0"/>
        </c:ser>
        <c:ser>
          <c:idx val="2"/>
          <c:order val="2"/>
          <c:tx>
            <c:strRef>
              <c:f>Лист3!$G$18</c:f>
              <c:strCache>
                <c:ptCount val="1"/>
                <c:pt idx="0">
                  <c:v xml:space="preserve">Результаты инноваций</c:v>
                </c:pt>
              </c:strCache>
            </c:strRef>
          </c:tx>
          <c:spPr bwMode="auto">
            <a:prstGeom prst="rect">
              <a:avLst/>
            </a:prstGeom>
            <a:ln w="38100" cap="rnd">
              <a:solidFill>
                <a:schemeClr val="accent3"/>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Лист3!$H$18:$L$18</c:f>
              <c:numCache>
                <c:formatCode>General</c:formatCode>
                <c:ptCount val="5"/>
                <c:pt idx="0">
                  <c:v>51</c:v>
                </c:pt>
                <c:pt idx="1">
                  <c:v>56</c:v>
                </c:pt>
                <c:pt idx="2">
                  <c:v>59</c:v>
                </c:pt>
                <c:pt idx="3">
                  <c:v>58</c:v>
                </c:pt>
                <c:pt idx="4">
                  <c:v>52</c:v>
                </c:pt>
              </c:numCache>
            </c:numRef>
          </c:val>
          <c:smooth val="0"/>
        </c:ser>
        <c:dLbls>
          <c:showBubbleSize val="0"/>
          <c:showCatName val="0"/>
          <c:showLeaderLines val="0"/>
          <c:showLegendKey val="0"/>
          <c:showPercent val="0"/>
          <c:showSerName val="0"/>
          <c:showVal val="0"/>
        </c:dLbls>
        <c:marker val="1"/>
        <c:smooth val="0"/>
        <c:axId val="289248384"/>
        <c:axId val="289250688"/>
      </c:lineChart>
      <c:catAx>
        <c:axId val="289248384"/>
        <c:scaling>
          <c:orientation val="minMax"/>
        </c:scaling>
        <c:delete val="0"/>
        <c:axPos val="b"/>
        <c:title>
          <c:tx>
            <c:rich>
              <a:bodyPr rot="0" vert="horz"/>
              <a:lstStyle/>
              <a:p>
                <a:pPr>
                  <a:defRPr/>
                </a:pPr>
                <a:r>
                  <a:rPr lang="ru-RU"/>
                  <a:t>Год</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vert="horz"/>
          <a:lstStyle/>
          <a:p>
            <a:pPr>
              <a:defRPr/>
            </a:pPr>
            <a:endParaRPr lang="ru-RU"/>
          </a:p>
        </c:txPr>
        <c:crossAx val="289250688"/>
        <c:crosses val="autoZero"/>
        <c:auto val="1"/>
        <c:lblAlgn val="ctr"/>
        <c:lblOffset val="100"/>
        <c:noMultiLvlLbl val="0"/>
      </c:catAx>
      <c:valAx>
        <c:axId val="289250688"/>
        <c:scaling>
          <c:orientation val="minMax"/>
          <c:min val="30.000000"/>
        </c:scaling>
        <c:delete val="0"/>
        <c:axPos val="l"/>
        <c:majorGridlines>
          <c:spPr bwMode="auto">
            <a:prstGeom prst="rect">
              <a:avLst/>
            </a:prstGeom>
            <a:ln w="9525" cap="flat" cmpd="sng" algn="ctr">
              <a:solidFill>
                <a:schemeClr val="tx1">
                  <a:lumMod val="15000"/>
                  <a:lumOff val="85000"/>
                </a:schemeClr>
              </a:solidFill>
              <a:round/>
            </a:ln>
            <a:effectLst/>
          </c:spPr>
        </c:majorGridlines>
        <c:title>
          <c:tx>
            <c:rich>
              <a:bodyPr rot="-5400000" vert="horz"/>
              <a:lstStyle/>
              <a:p>
                <a:pPr>
                  <a:defRPr/>
                </a:pPr>
                <a:r>
                  <a:rPr lang="ru-RU"/>
                  <a:t>Место в рейтинге</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a:noFill/>
          </a:ln>
          <a:effectLst/>
        </c:spPr>
        <c:txPr>
          <a:bodyPr rot="-60000000" vert="horz"/>
          <a:lstStyle/>
          <a:p>
            <a:pPr>
              <a:defRPr/>
            </a:pPr>
            <a:endParaRPr lang="ru-RU"/>
          </a:p>
        </c:txPr>
        <c:crossAx val="289248384"/>
        <c:crosses val="autoZero"/>
        <c:crossBetween val="between"/>
      </c:valAx>
      <c:spPr bwMode="auto">
        <a:prstGeom prst="rect">
          <a:avLst/>
        </a:prstGeom>
        <a:noFill/>
        <a:ln>
          <a:noFill/>
        </a:ln>
        <a:effectLst/>
      </c:spPr>
    </c:plotArea>
    <c:legend>
      <c:legendPos val="b"/>
      <c:layout>
        <c:manualLayout>
          <c:xMode val="edge"/>
          <c:yMode val="edge"/>
          <c:x val="0.000000"/>
          <c:y val="0.833324"/>
          <c:w val="1.000000"/>
          <c:h val="0.157417"/>
        </c:manualLayout>
      </c:layout>
      <c:overlay val="0"/>
      <c:spPr bwMode="auto">
        <a:prstGeom prst="rect">
          <a:avLst/>
        </a:prstGeom>
        <a:noFill/>
        <a:ln>
          <a:noFill/>
        </a:ln>
        <a:effectLst/>
      </c:spPr>
      <c:txPr>
        <a:bodyPr rot="0" vert="horz"/>
        <a:lstStyle/>
        <a:p>
          <a:pPr>
            <a:defRPr sz="1800"/>
          </a:pPr>
          <a:endParaRPr lang="ru-RU"/>
        </a:p>
      </c:txPr>
    </c:legend>
    <c:plotVisOnly val="1"/>
    <c:dispBlanksAs val="gap"/>
    <c:showDLblsOverMax val="0"/>
  </c:chart>
  <c:spPr bwMode="auto">
    <a:xfrm>
      <a:off x="267621" y="1993309"/>
      <a:ext cx="7355804" cy="4578702"/>
    </a:xfrm>
    <a:prstGeom prst="rect">
      <a:avLst/>
    </a:prstGeom>
    <a:solidFill>
      <a:schemeClr val="bg1"/>
    </a:solidFill>
    <a:ln w="9525" cap="flat" cmpd="sng" algn="ctr">
      <a:solidFill>
        <a:schemeClr val="tx1">
          <a:lumMod val="15000"/>
          <a:lumOff val="85000"/>
        </a:schemeClr>
      </a:solidFill>
      <a:round/>
    </a:ln>
    <a:effectLst/>
  </c:spPr>
  <c:txPr>
    <a:bodyPr/>
    <a:lstStyle/>
    <a:p>
      <a:pPr>
        <a:defRPr sz="1600">
          <a:solidFill>
            <a:sysClr val="windowText" lastClr="000000"/>
          </a:solidFill>
          <a:latin typeface="Times New Roman"/>
          <a:cs typeface="Times New Roman"/>
        </a:defRPr>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barChart>
        <c:barDir val="col"/>
        <c:grouping val="clustered"/>
        <c:varyColors val="0"/>
        <c:dLbls>
          <c:showBubbleSize val="0"/>
          <c:showCatName val="0"/>
          <c:showLeaderLines val="0"/>
          <c:showLegendKey val="0"/>
          <c:showPercent val="0"/>
          <c:showSerName val="0"/>
          <c:showVal val="0"/>
        </c:dLbls>
        <c:gapWidth val="150"/>
        <c:axId val="288973952"/>
        <c:axId val="288975488"/>
      </c:barChart>
      <c:catAx>
        <c:axId val="288973952"/>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a:solidFill>
                  <a:schemeClr val="tx1">
                    <a:lumMod val="65000"/>
                    <a:lumOff val="35000"/>
                  </a:schemeClr>
                </a:solidFill>
                <a:latin typeface="+mn-lt"/>
                <a:ea typeface="+mn-ea"/>
                <a:cs typeface="+mn-cs"/>
              </a:defRPr>
            </a:pPr>
            <a:endParaRPr lang="ru-RU"/>
          </a:p>
        </c:txPr>
        <c:crossAx val="288975488"/>
        <c:crosses val="autoZero"/>
        <c:auto val="1"/>
        <c:lblAlgn val="ctr"/>
        <c:lblOffset val="100"/>
        <c:noMultiLvlLbl val="0"/>
      </c:catAx>
      <c:valAx>
        <c:axId val="288975488"/>
        <c:scaling>
          <c:orientation val="minMax"/>
        </c:scaling>
        <c:delete val="1"/>
        <c:axPos val="l"/>
        <c:numFmt formatCode="General" sourceLinked="1"/>
        <c:majorTickMark val="none"/>
        <c:minorTickMark val="none"/>
        <c:tickLblPos val="nextTo"/>
        <c:crossAx val="288973952"/>
        <c:crosses val="autoZero"/>
        <c:crossBetween val="between"/>
      </c:valAx>
      <c:spPr bwMode="auto">
        <a:prstGeom prst="rect">
          <a:avLst/>
        </a:prstGeom>
        <a:noFill/>
        <a:ln>
          <a:noFill/>
        </a:ln>
        <a:effectLst/>
      </c:spPr>
    </c:plotArea>
    <c:plotVisOnly val="1"/>
    <c:dispBlanksAs val="gap"/>
    <c:showDLblsOverMax val="0"/>
  </c:chart>
  <c:spPr bwMode="auto">
    <a:xfrm>
      <a:off x="8399463" y="2171700"/>
      <a:ext cx="3348037" cy="4000500"/>
    </a:xfrm>
    <a:prstGeom prst="rect">
      <a:avLst/>
    </a:prstGeom>
    <a:noFill/>
    <a:ln>
      <a:noFill/>
    </a:ln>
    <a:effectLst/>
  </c:spPr>
  <c:txPr>
    <a:bodyPr/>
    <a:lstStyle/>
    <a:p>
      <a:pPr>
        <a:defRPr/>
      </a:pPr>
      <a:endParaRPr lang="ru-RU"/>
    </a:p>
  </c:txPr>
</c:chartSpace>
</file>

<file path=ppt/charts/chart6.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ru-RU"/>
  <c:roundedCorners val="0"/>
  <mc:AlternateContent>
    <mc:Choice Requires="c14">
      <c14:style val="102"/>
    </mc:Choice>
    <mc:Fallback>
      <c:style val="2"/>
    </mc:Fallback>
  </mc:AlternateContent>
  <c:chart>
    <c:autoTitleDeleted val="1"/>
    <c:plotArea>
      <c:layout>
        <c:manualLayout>
          <c:layoutTarget val="inner"/>
          <c:xMode val="edge"/>
          <c:yMode val="edge"/>
          <c:x val="0.105220"/>
          <c:y val="0.050926"/>
          <c:w val="0.894604"/>
          <c:h val="0.617086"/>
        </c:manualLayout>
      </c:layout>
      <c:lineChart>
        <c:grouping val="standard"/>
        <c:varyColors val="0"/>
        <c:ser>
          <c:idx val="0"/>
          <c:order val="0"/>
          <c:tx>
            <c:strRef>
              <c:f>Лист3!$G$16</c:f>
              <c:strCache>
                <c:ptCount val="1"/>
                <c:pt idx="0">
                  <c:v xml:space="preserve">Глобальный инновационный индекс</c:v>
                </c:pt>
              </c:strCache>
            </c:strRef>
          </c:tx>
          <c:spPr bwMode="auto">
            <a:prstGeom prst="rect">
              <a:avLst/>
            </a:prstGeom>
            <a:ln w="76200" cap="rnd">
              <a:solidFill>
                <a:schemeClr val="accent1"/>
              </a:solidFill>
              <a:round/>
            </a:ln>
            <a:effectLst/>
          </c:spPr>
          <c:marker>
            <c:spPr bwMode="auto">
              <a:ln w="76200"/>
            </c:spPr>
          </c:marker>
          <c:cat>
            <c:numRef>
              <c:f>Лист3!$H$15:$L$15</c:f>
              <c:numCache>
                <c:formatCode>General</c:formatCode>
                <c:ptCount val="5"/>
                <c:pt idx="0">
                  <c:v>2017</c:v>
                </c:pt>
                <c:pt idx="1">
                  <c:v>2018</c:v>
                </c:pt>
                <c:pt idx="2">
                  <c:v>2019</c:v>
                </c:pt>
                <c:pt idx="3">
                  <c:v>2020</c:v>
                </c:pt>
                <c:pt idx="4">
                  <c:v>2021</c:v>
                </c:pt>
              </c:numCache>
            </c:numRef>
          </c:cat>
          <c:val>
            <c:numRef>
              <c:f>Лист3!$H$16:$L$16</c:f>
              <c:numCache>
                <c:formatCode>General</c:formatCode>
                <c:ptCount val="5"/>
                <c:pt idx="0">
                  <c:v>45</c:v>
                </c:pt>
                <c:pt idx="1">
                  <c:v>46</c:v>
                </c:pt>
                <c:pt idx="2">
                  <c:v>46</c:v>
                </c:pt>
                <c:pt idx="3">
                  <c:v>47</c:v>
                </c:pt>
                <c:pt idx="4">
                  <c:v>45</c:v>
                </c:pt>
              </c:numCache>
            </c:numRef>
          </c:val>
          <c:smooth val="0"/>
        </c:ser>
        <c:ser>
          <c:idx val="1"/>
          <c:order val="1"/>
          <c:tx>
            <c:strRef>
              <c:f>Лист3!$G$17</c:f>
              <c:strCache>
                <c:ptCount val="1"/>
                <c:pt idx="0">
                  <c:v xml:space="preserve">Ресурсы инноваций</c:v>
                </c:pt>
              </c:strCache>
            </c:strRef>
          </c:tx>
          <c:spPr bwMode="auto">
            <a:prstGeom prst="rect">
              <a:avLst/>
            </a:prstGeom>
            <a:ln w="38100" cap="rnd">
              <a:solidFill>
                <a:schemeClr val="accent2"/>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Лист3!$H$17:$L$17</c:f>
              <c:numCache>
                <c:formatCode>General</c:formatCode>
                <c:ptCount val="5"/>
                <c:pt idx="0">
                  <c:v>43</c:v>
                </c:pt>
                <c:pt idx="1">
                  <c:v>43</c:v>
                </c:pt>
                <c:pt idx="2">
                  <c:v>41</c:v>
                </c:pt>
                <c:pt idx="3">
                  <c:v>42</c:v>
                </c:pt>
                <c:pt idx="4">
                  <c:v>43</c:v>
                </c:pt>
              </c:numCache>
            </c:numRef>
          </c:val>
          <c:smooth val="0"/>
        </c:ser>
        <c:ser>
          <c:idx val="2"/>
          <c:order val="2"/>
          <c:tx>
            <c:strRef>
              <c:f>Лист3!$G$18</c:f>
              <c:strCache>
                <c:ptCount val="1"/>
                <c:pt idx="0">
                  <c:v xml:space="preserve">Результаты инноваций</c:v>
                </c:pt>
              </c:strCache>
            </c:strRef>
          </c:tx>
          <c:spPr bwMode="auto">
            <a:prstGeom prst="rect">
              <a:avLst/>
            </a:prstGeom>
            <a:ln w="38100" cap="rnd">
              <a:solidFill>
                <a:schemeClr val="accent3"/>
              </a:solidFill>
              <a:prstDash val="sysDash"/>
              <a:round/>
            </a:ln>
            <a:effectLst/>
          </c:spPr>
          <c:marker>
            <c:spPr bwMode="auto">
              <a:ln w="38100">
                <a:prstDash val="sysDash"/>
              </a:ln>
            </c:spPr>
          </c:marker>
          <c:cat>
            <c:numRef>
              <c:f>Лист3!$H$15:$L$15</c:f>
              <c:numCache>
                <c:formatCode>General</c:formatCode>
                <c:ptCount val="5"/>
                <c:pt idx="0">
                  <c:v>2017</c:v>
                </c:pt>
                <c:pt idx="1">
                  <c:v>2018</c:v>
                </c:pt>
                <c:pt idx="2">
                  <c:v>2019</c:v>
                </c:pt>
                <c:pt idx="3">
                  <c:v>2020</c:v>
                </c:pt>
                <c:pt idx="4">
                  <c:v>2021</c:v>
                </c:pt>
              </c:numCache>
            </c:numRef>
          </c:cat>
          <c:val>
            <c:numRef>
              <c:f>Лист3!$H$18:$L$18</c:f>
              <c:numCache>
                <c:formatCode>General</c:formatCode>
                <c:ptCount val="5"/>
                <c:pt idx="0">
                  <c:v>51</c:v>
                </c:pt>
                <c:pt idx="1">
                  <c:v>56</c:v>
                </c:pt>
                <c:pt idx="2">
                  <c:v>59</c:v>
                </c:pt>
                <c:pt idx="3">
                  <c:v>58</c:v>
                </c:pt>
                <c:pt idx="4">
                  <c:v>52</c:v>
                </c:pt>
              </c:numCache>
            </c:numRef>
          </c:val>
          <c:smooth val="0"/>
        </c:ser>
        <c:dLbls>
          <c:showBubbleSize val="0"/>
          <c:showCatName val="0"/>
          <c:showLeaderLines val="0"/>
          <c:showLegendKey val="0"/>
          <c:showPercent val="0"/>
          <c:showSerName val="0"/>
          <c:showVal val="0"/>
        </c:dLbls>
        <c:marker val="1"/>
        <c:smooth val="0"/>
        <c:axId val="289223424"/>
        <c:axId val="289225728"/>
      </c:lineChart>
      <c:catAx>
        <c:axId val="289223424"/>
        <c:scaling>
          <c:orientation val="minMax"/>
        </c:scaling>
        <c:delete val="0"/>
        <c:axPos val="b"/>
        <c:title>
          <c:tx>
            <c:rich>
              <a:bodyPr rot="0" vert="horz"/>
              <a:lstStyle/>
              <a:p>
                <a:pPr>
                  <a:defRPr/>
                </a:pPr>
                <a:r>
                  <a:rPr lang="ru-RU"/>
                  <a:t>Год</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vert="horz"/>
          <a:lstStyle/>
          <a:p>
            <a:pPr>
              <a:defRPr/>
            </a:pPr>
            <a:endParaRPr lang="ru-RU"/>
          </a:p>
        </c:txPr>
        <c:crossAx val="289225728"/>
        <c:crosses val="autoZero"/>
        <c:auto val="1"/>
        <c:lblAlgn val="ctr"/>
        <c:lblOffset val="100"/>
        <c:noMultiLvlLbl val="0"/>
      </c:catAx>
      <c:valAx>
        <c:axId val="289225728"/>
        <c:scaling>
          <c:orientation val="minMax"/>
          <c:min val="30.000000"/>
        </c:scaling>
        <c:delete val="0"/>
        <c:axPos val="l"/>
        <c:majorGridlines>
          <c:spPr bwMode="auto">
            <a:prstGeom prst="rect">
              <a:avLst/>
            </a:prstGeom>
            <a:ln w="9525" cap="flat" cmpd="sng" algn="ctr">
              <a:solidFill>
                <a:schemeClr val="tx1">
                  <a:lumMod val="15000"/>
                  <a:lumOff val="85000"/>
                </a:schemeClr>
              </a:solidFill>
              <a:round/>
            </a:ln>
            <a:effectLst/>
          </c:spPr>
        </c:majorGridlines>
        <c:title>
          <c:tx>
            <c:rich>
              <a:bodyPr rot="-5400000" vert="horz"/>
              <a:lstStyle/>
              <a:p>
                <a:pPr>
                  <a:defRPr/>
                </a:pPr>
                <a:r>
                  <a:rPr lang="ru-RU"/>
                  <a:t>Место в рейтинге</a:t>
                </a:r>
                <a:endParaRPr/>
              </a:p>
            </c:rich>
          </c:tx>
          <c:layout/>
          <c:overlay val="0"/>
          <c:spPr bwMode="auto">
            <a:prstGeom prst="rect">
              <a:avLst/>
            </a:prstGeom>
            <a:noFill/>
            <a:ln>
              <a:noFill/>
            </a:ln>
            <a:effectLst/>
          </c:spPr>
        </c:title>
        <c:numFmt formatCode="General" sourceLinked="1"/>
        <c:majorTickMark val="none"/>
        <c:minorTickMark val="none"/>
        <c:tickLblPos val="nextTo"/>
        <c:spPr bwMode="auto">
          <a:prstGeom prst="rect">
            <a:avLst/>
          </a:prstGeom>
          <a:noFill/>
          <a:ln>
            <a:noFill/>
          </a:ln>
          <a:effectLst/>
        </c:spPr>
        <c:txPr>
          <a:bodyPr rot="-60000000" vert="horz"/>
          <a:lstStyle/>
          <a:p>
            <a:pPr>
              <a:defRPr/>
            </a:pPr>
            <a:endParaRPr lang="ru-RU"/>
          </a:p>
        </c:txPr>
        <c:crossAx val="289223424"/>
        <c:crosses val="autoZero"/>
        <c:crossBetween val="between"/>
      </c:valAx>
      <c:spPr bwMode="auto">
        <a:prstGeom prst="rect">
          <a:avLst/>
        </a:prstGeom>
        <a:noFill/>
        <a:ln>
          <a:noFill/>
        </a:ln>
        <a:effectLst/>
      </c:spPr>
    </c:plotArea>
    <c:legend>
      <c:legendPos val="b"/>
      <c:layout>
        <c:manualLayout>
          <c:xMode val="edge"/>
          <c:yMode val="edge"/>
          <c:x val="0.000000"/>
          <c:y val="0.833324"/>
          <c:w val="1.000000"/>
          <c:h val="0.157417"/>
        </c:manualLayout>
      </c:layout>
      <c:overlay val="0"/>
      <c:spPr bwMode="auto">
        <a:prstGeom prst="rect">
          <a:avLst/>
        </a:prstGeom>
        <a:noFill/>
        <a:ln>
          <a:noFill/>
        </a:ln>
        <a:effectLst/>
      </c:spPr>
      <c:txPr>
        <a:bodyPr rot="0" vert="horz"/>
        <a:lstStyle/>
        <a:p>
          <a:pPr>
            <a:defRPr sz="1800"/>
          </a:pPr>
          <a:endParaRPr lang="ru-RU"/>
        </a:p>
      </c:txPr>
    </c:legend>
    <c:plotVisOnly val="1"/>
    <c:dispBlanksAs val="gap"/>
    <c:showDLblsOverMax val="0"/>
  </c:chart>
  <c:spPr bwMode="auto">
    <a:xfrm>
      <a:off x="267621" y="1993309"/>
      <a:ext cx="7355804" cy="4578702"/>
    </a:xfrm>
    <a:prstGeom prst="rect">
      <a:avLst/>
    </a:prstGeom>
    <a:solidFill>
      <a:schemeClr val="bg1"/>
    </a:solidFill>
    <a:ln w="9525" cap="flat" cmpd="sng" algn="ctr">
      <a:solidFill>
        <a:schemeClr val="tx1">
          <a:lumMod val="15000"/>
          <a:lumOff val="85000"/>
        </a:schemeClr>
      </a:solidFill>
      <a:round/>
    </a:ln>
    <a:effectLst/>
  </c:spPr>
  <c:txPr>
    <a:bodyPr/>
    <a:lstStyle/>
    <a:p>
      <a:pPr>
        <a:defRPr sz="1600">
          <a:solidFill>
            <a:sysClr val="windowText" lastClr="000000"/>
          </a:solidFill>
          <a:latin typeface="Times New Roman"/>
          <a:cs typeface="Times New Roman"/>
        </a:defRPr>
      </a:pPr>
      <a:endParaRPr lang="ru-RU"/>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solidFill>
        <a:schemeClr val="phClr"/>
      </a:solidFill>
    </cs:spPr>
  </cs:dataPoint>
  <cs:dataPoint3D>
    <cs:lnRef idx="0"/>
    <cs:fillRef idx="1">
      <cs:styleClr val="auto"/>
    </cs:fillRef>
    <cs:effectRef idx="0"/>
    <cs:fontRef idx="minor">
      <a:schemeClr val="tx1"/>
    </cs:fontRef>
    <cs:spPr bwMode="auto">
      <a:prstGeom prst="rect">
        <a:avLst/>
      </a:prstGeom>
      <a:solidFill>
        <a:schemeClr val="phClr"/>
      </a:solidFill>
    </cs:spPr>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solidFill>
        <a:schemeClr val="phClr"/>
      </a:solidFill>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solidFill>
        <a:schemeClr val="phClr"/>
      </a:solidFill>
    </cs:spPr>
  </cs:dataPoint>
  <cs:dataPoint3D>
    <cs:lnRef idx="0"/>
    <cs:fillRef idx="1">
      <cs:styleClr val="auto"/>
    </cs:fillRef>
    <cs:effectRef idx="0"/>
    <cs:fontRef idx="minor">
      <a:schemeClr val="tx1"/>
    </cs:fontRef>
    <cs:spPr bwMode="auto">
      <a:prstGeom prst="rect">
        <a:avLst/>
      </a:prstGeom>
      <a:solidFill>
        <a:schemeClr val="phClr"/>
      </a:solidFill>
    </cs:spPr>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solidFill>
        <a:schemeClr val="phClr"/>
      </a:solidFill>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solidFill>
        <a:schemeClr val="phClr"/>
      </a:solidFill>
    </cs:spPr>
  </cs:dataPoint>
  <cs:dataPoint3D>
    <cs:lnRef idx="0"/>
    <cs:fillRef idx="1">
      <cs:styleClr val="auto"/>
    </cs:fillRef>
    <cs:effectRef idx="0"/>
    <cs:fontRef idx="minor">
      <a:schemeClr val="tx1"/>
    </cs:fontRef>
    <cs:spPr bwMode="auto">
      <a:prstGeom prst="rect">
        <a:avLst/>
      </a:prstGeom>
      <a:solidFill>
        <a:schemeClr val="phClr"/>
      </a:solidFill>
    </cs:spPr>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solidFill>
        <a:schemeClr val="phClr"/>
      </a:solidFill>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Добрый день, уважаемые члены государственной экзаменационной комиссии! Меня зовут Никита Суднишников, группа ЭФБО-06-22. Тема моей бакалаврской работы — разработка веб-приложения для управления техническим обслуживанием и ремонтом оборудования предприятия. Научный руководитель — Бочаров Михаил Иванович.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с актуальности. Каждый промышленный завод тратит от пятнадцати до сорока процентов операционного бюджета на поддержание оборудования в рабочем состоянии. При бумажном документообороте до двадцати процентов заявок теряется, время реакции достигает восьми часов. Крупные CMMS, такие как SAP или IBM Maximo, стоят до пятнадцати миллионов рублей. Облачные сервисы хранят данные за рубежом. Для заводов среднего масштаба нужна доступная альтернатива.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Объект исследования — процессы технического обслуживания и ремонта оборудования предприятия. Предмет — веб-приложение для управления этими процессами. Цель работы: повышение эффективности ТОиР через централизованный учёт оборудования, планирование регламентных и внеплановых работ, автоматизацию формирования заявок и прозрачное взаимодействие между службами. Для её достижения сформулировано семь задач — от анализа предметной области до тестирования готового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первой главе я сравнил четыре ведущие CMMS-системы. Один Эс ТОиР стоит от трёхсот тысяч рублей. СAP и IBM Maximo ориентированы на крупные холдинги и стоят миллионы. UpKeep — доступный SaaS, но хранит данные за рубежом. Для заводов среднего масштаба, на двести-восемьсот станков, доступного отечественного on-premise решения нет. Это обосновало необходимость собственной разработки.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Стек выбирался под два сценария: десятки операторов одновременно создают заявки и бэкенд держит стабильное время ответа. Go даёт конкурентность через горутины и компилируется в один бинарник. Vue 3 — лёгкий фреймворк с реактивностью через прокси. PostgreSQL выбран из-за ACID-гарантий и JSONB-полей. Весь стек контейнеризован и разворачивается одной командой.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системе выделено четыре роли. Оператор создаёт заявки. Техник их выполняет. Инженер планирует регламентное ТО и строит отчётность. Администратор управляет пользователями и справочниками. На основе ролей и бизнес-процессов сформулировано пятнадцать функциональных и двенадцать нефункциональных требований. Контроль доступа — RBAC на шестнадцати ключах.</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перейти от требований к плану разработки, я построил User Story Map — карту пользовательских сценариев. Она охватывает весь путь пользователя: от аутентификации до аналитики. В карте пять этапов и три уровня приоритета — MVP, расширение, развитие. Получилось пятнадцать связанных между собой историй.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Серверная часть построена по Clean Architecture. Шестьдесят два Go-файла в четырнадцати пакетах обслуживают тридцать два REST-эндпоинта. Клиентская часть — девяносто восемь Vue-компонентов. Между ними Nginx: раздаёт SPA и проксирует API-запросы. Настроены rate limiting, graceful shutdown, структурированные логи через zap.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База данных содержит восемь основных сущностей и двенадцать таблиц. Центральная связка — оборудование, заявки и история обслуживания. Отдельно смоделирован RBAC: пользователь, роль, разрешение. У таблицы оборудования есть JSONB-поле для расширяемых характеристик, что избавляет от изменения схемы при появлении нового типа станка.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Ключевой сценарий системы — обработка заявок. Оператор заполняет форму: выбирает оборудование, указывает тип проблемы, срочность, прикрепляет фото. Заявка проходит шесть состояний — от новой до закрытой. Список фильтруется по статусу, исполнителю, оборудованию. Просроченные заявки подсвечиваются, уведомления приходят ответственному технику.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управления парком предусмотрены карточки оборудования: паспорт, журнал работ, расписание ТО, прикреплённые документы. Список сортируется по цеху и состоянию. Графики ТО рассчитываются автоматически. Система сама формирует наряды, когда подходит срок обслуживания.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Дашборд инженера показывает три ключевые метрики: активные заявки, загрузку техников, процент выполнения ППР. Данные обновляются в реальном времени. Все тридцать два REST-эндпоинта задокументированы в Swagger, из того же OpenAPI-спека можно генерировать клиентов. Токены JWT в httpOnly-cookie, активна CSRF-защита и строгие CSP-заголовки.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Тестирование проведено на трёх уровнях. Двадцать восемь модульных тестов, сорок пять интеграционных и восемь сквозных. Все восемьдесят один тест пройдены. Общее покрытие — шестьдесят восемь процентов, для критичных модулей — до восьмидесяти четырёх. В нагрузочном тестировании через k6 при пятистах одновременных подключениях медиана составила сорок семь миллисекунд, девяносто пятый процентиль — сто восемьдесят. Стек собирается в Docker и разворачивается одной командой.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Спасибо за внимание! Готов ответить на ваши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8.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0.bin"/><Relationship Id="rId3" Type="http://schemas.openxmlformats.org/officeDocument/2006/relationships/image" Target="../media/image13.png"/><Relationship Id="rId4"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oleObject" Target="../embeddings/oleObject15.bin"/></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oleObject" Target="../embeddings/oleObject17.bin"/></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oleObject" Target="../embeddings/oleObject18.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9.bin"/></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Базовый слайд">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3" name=""/>
                  <p:cNvPicPr/>
                  <p:nvPr/>
                </p:nvPicPr>
                <p:blipFill>
                  <a:blip/>
                  <a:stretch/>
                </p:blipFill>
                <p:spPr bwMode="auto">
                  <a:xfrm>
                    <a:off x="1959" y="1597"/>
                    <a:ext cx="1953" cy="1587"/>
                  </a:xfrm>
                  <a:prstGeom prst="rect">
                    <a:avLst/>
                  </a:prstGeom>
                </p:spPr>
              </p:pic>
            </p:oleObj>
          </a:graphicData>
        </a:graphic>
      </p:graphicFrame>
      <p:sp>
        <p:nvSpPr>
          <p:cNvPr id="4" name="Заголовок 3"/>
          <p:cNvSpPr>
            <a:spLocks noGrp="1"/>
          </p:cNvSpPr>
          <p:nvPr>
            <p:ph type="title" hasCustomPrompt="1"/>
          </p:nvPr>
        </p:nvSpPr>
        <p:spPr bwMode="auto">
          <a:xfrm>
            <a:off x="336000" y="82550"/>
            <a:ext cx="10277095" cy="738664"/>
          </a:xfrm>
        </p:spPr>
        <p:txBody>
          <a:bodyPr vert="horz"/>
          <a:lstStyle>
            <a:lvl1pPr>
              <a:defRPr b="1"/>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6"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2</a:t>
            </a:fld>
            <a:endParaRPr lang="ru-RU" sz="1000" b="0" i="0" u="none" strike="noStrike" cap="none" spc="0">
              <a:ln>
                <a:noFill/>
              </a:ln>
              <a:solidFill>
                <a:schemeClr val="accent5"/>
              </a:solidFill>
              <a:latin typeface="DIN Pro Regular"/>
              <a:ea typeface="Arial"/>
              <a:cs typeface="Arial"/>
            </a:endParaRPr>
          </a:p>
        </p:txBody>
      </p:sp>
      <p:cxnSp>
        <p:nvCxnSpPr>
          <p:cNvPr id="2" name="Прямая соединительная линия 1"/>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3" name="Группа 2"/>
          <p:cNvGrpSpPr/>
          <p:nvPr userDrawn="1"/>
        </p:nvGrpSpPr>
        <p:grpSpPr bwMode="auto">
          <a:xfrm>
            <a:off x="11113862" y="171149"/>
            <a:ext cx="743176" cy="521001"/>
            <a:chOff x="4091278" y="2349598"/>
            <a:chExt cx="3638550" cy="2550793"/>
          </a:xfrm>
          <a:solidFill>
            <a:srgbClr val="365CA7"/>
          </a:solidFill>
        </p:grpSpPr>
        <p:sp>
          <p:nvSpPr>
            <p:cNvPr id="5" name="Полилиния: фигура 4"/>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8" name="Рисунок 56"/>
            <p:cNvGrpSpPr/>
            <p:nvPr/>
          </p:nvGrpSpPr>
          <p:grpSpPr bwMode="auto">
            <a:xfrm>
              <a:off x="4471325" y="3925032"/>
              <a:ext cx="348614" cy="425767"/>
              <a:chOff x="4656772" y="3728084"/>
              <a:chExt cx="348614" cy="425767"/>
            </a:xfrm>
            <a:grpFill/>
          </p:grpSpPr>
          <p:sp>
            <p:nvSpPr>
              <p:cNvPr id="26" name="Полилиния: фигура 25"/>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0" name="Рисунок 56"/>
            <p:cNvGrpSpPr/>
            <p:nvPr/>
          </p:nvGrpSpPr>
          <p:grpSpPr bwMode="auto">
            <a:xfrm>
              <a:off x="6878293" y="3916460"/>
              <a:ext cx="398144" cy="442912"/>
              <a:chOff x="7063740" y="3719512"/>
              <a:chExt cx="398144" cy="442912"/>
            </a:xfrm>
            <a:grpFill/>
          </p:grpSpPr>
          <p:sp>
            <p:nvSpPr>
              <p:cNvPr id="24" name="Полилиния: фигура 23"/>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1" name="Полилиния: фигура 10"/>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2" name="Рисунок 56"/>
            <p:cNvGrpSpPr/>
            <p:nvPr/>
          </p:nvGrpSpPr>
          <p:grpSpPr bwMode="auto">
            <a:xfrm>
              <a:off x="6013423" y="3925032"/>
              <a:ext cx="364807" cy="425767"/>
              <a:chOff x="6198870" y="3728084"/>
              <a:chExt cx="364807" cy="425767"/>
            </a:xfrm>
            <a:grpFill/>
          </p:grpSpPr>
          <p:sp>
            <p:nvSpPr>
              <p:cNvPr id="22" name="Полилиния: фигура 21"/>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3" name="Рисунок 56"/>
            <p:cNvGrpSpPr/>
            <p:nvPr/>
          </p:nvGrpSpPr>
          <p:grpSpPr bwMode="auto">
            <a:xfrm>
              <a:off x="4852325" y="3924079"/>
              <a:ext cx="360997" cy="426720"/>
              <a:chOff x="5037772" y="3727132"/>
              <a:chExt cx="360997" cy="426720"/>
            </a:xfrm>
            <a:grpFill/>
          </p:grpSpPr>
          <p:sp>
            <p:nvSpPr>
              <p:cNvPr id="20" name="Полилиния: фигура 19"/>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4" name="Рисунок 56"/>
            <p:cNvGrpSpPr/>
            <p:nvPr/>
          </p:nvGrpSpPr>
          <p:grpSpPr bwMode="auto">
            <a:xfrm>
              <a:off x="7301203" y="3925032"/>
              <a:ext cx="428625" cy="425767"/>
              <a:chOff x="7486650" y="3728084"/>
              <a:chExt cx="428625" cy="425767"/>
            </a:xfrm>
            <a:grpFill/>
          </p:grpSpPr>
          <p:sp>
            <p:nvSpPr>
              <p:cNvPr id="18" name="Полилиния: фигура 17"/>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04700" y="2349598"/>
              <a:ext cx="2550795" cy="2550793"/>
              <a:chOff x="4990147" y="2152650"/>
              <a:chExt cx="2550795" cy="2550793"/>
            </a:xfrm>
            <a:grpFill/>
          </p:grpSpPr>
          <p:sp>
            <p:nvSpPr>
              <p:cNvPr id="16" name="Полилиния: фигура 15"/>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7" name="Полилиния: фигура 16"/>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Цвета подразделений и основного бренда">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28" name=""/>
                  <p:cNvPicPr/>
                  <p:nvPr/>
                </p:nvPicPr>
                <p:blipFill>
                  <a:blip/>
                  <a:stretch/>
                </p:blipFill>
                <p:spPr bwMode="auto">
                  <a:xfrm>
                    <a:off x="1959" y="1597"/>
                    <a:ext cx="1953" cy="1587"/>
                  </a:xfrm>
                  <a:prstGeom prst="rect">
                    <a:avLst/>
                  </a:prstGeom>
                </p:spPr>
              </p:pic>
            </p:oleObj>
          </a:graphicData>
        </a:graphic>
      </p:graphicFrame>
      <p:sp>
        <p:nvSpPr>
          <p:cNvPr id="4" name="Заголовок 3"/>
          <p:cNvSpPr>
            <a:spLocks noGrp="1"/>
          </p:cNvSpPr>
          <p:nvPr>
            <p:ph type="title" hasCustomPrompt="1"/>
          </p:nvPr>
        </p:nvSpPr>
        <p:spPr bwMode="auto">
          <a:xfrm>
            <a:off x="336000" y="82550"/>
            <a:ext cx="10277095" cy="369332"/>
          </a:xfrm>
        </p:spPr>
        <p:txBody>
          <a:bodyPr vert="horz"/>
          <a:lstStyle>
            <a:lvl1pPr>
              <a:defRPr b="1"/>
            </a:lvl1pPr>
          </a:lstStyle>
          <a:p>
            <a:pPr>
              <a:defRPr/>
            </a:pPr>
            <a:r>
              <a:rPr lang="ru-RU"/>
              <a:t>Корпоративные цвета РТУ МИРЭА</a:t>
            </a:r>
            <a:endParaRPr/>
          </a:p>
        </p:txBody>
      </p:sp>
      <p:sp>
        <p:nvSpPr>
          <p:cNvPr id="6"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2" name="Прямая соединительная линия 1"/>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3" name="Группа 2"/>
          <p:cNvGrpSpPr/>
          <p:nvPr userDrawn="1"/>
        </p:nvGrpSpPr>
        <p:grpSpPr bwMode="auto">
          <a:xfrm>
            <a:off x="11113862" y="171149"/>
            <a:ext cx="743176" cy="521001"/>
            <a:chOff x="4091278" y="2349598"/>
            <a:chExt cx="3638550" cy="2550793"/>
          </a:xfrm>
          <a:solidFill>
            <a:srgbClr val="365CA7"/>
          </a:solidFill>
        </p:grpSpPr>
        <p:sp>
          <p:nvSpPr>
            <p:cNvPr id="5" name="Полилиния: фигура 4"/>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8" name="Рисунок 56"/>
            <p:cNvGrpSpPr/>
            <p:nvPr/>
          </p:nvGrpSpPr>
          <p:grpSpPr bwMode="auto">
            <a:xfrm>
              <a:off x="4471325" y="3925032"/>
              <a:ext cx="348614" cy="425767"/>
              <a:chOff x="4656772" y="3728084"/>
              <a:chExt cx="348614" cy="425767"/>
            </a:xfrm>
            <a:grpFill/>
          </p:grpSpPr>
          <p:sp>
            <p:nvSpPr>
              <p:cNvPr id="26" name="Полилиния: фигура 25"/>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0" name="Рисунок 56"/>
            <p:cNvGrpSpPr/>
            <p:nvPr/>
          </p:nvGrpSpPr>
          <p:grpSpPr bwMode="auto">
            <a:xfrm>
              <a:off x="6878293" y="3916460"/>
              <a:ext cx="398144" cy="442912"/>
              <a:chOff x="7063740" y="3719512"/>
              <a:chExt cx="398144" cy="442912"/>
            </a:xfrm>
            <a:grpFill/>
          </p:grpSpPr>
          <p:sp>
            <p:nvSpPr>
              <p:cNvPr id="24" name="Полилиния: фигура 23"/>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1" name="Полилиния: фигура 10"/>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2" name="Рисунок 56"/>
            <p:cNvGrpSpPr/>
            <p:nvPr/>
          </p:nvGrpSpPr>
          <p:grpSpPr bwMode="auto">
            <a:xfrm>
              <a:off x="6013423" y="3925032"/>
              <a:ext cx="364807" cy="425767"/>
              <a:chOff x="6198870" y="3728084"/>
              <a:chExt cx="364807" cy="425767"/>
            </a:xfrm>
            <a:grpFill/>
          </p:grpSpPr>
          <p:sp>
            <p:nvSpPr>
              <p:cNvPr id="22" name="Полилиния: фигура 21"/>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3" name="Рисунок 56"/>
            <p:cNvGrpSpPr/>
            <p:nvPr/>
          </p:nvGrpSpPr>
          <p:grpSpPr bwMode="auto">
            <a:xfrm>
              <a:off x="4852325" y="3924079"/>
              <a:ext cx="360997" cy="426720"/>
              <a:chOff x="5037772" y="3727132"/>
              <a:chExt cx="360997" cy="426720"/>
            </a:xfrm>
            <a:grpFill/>
          </p:grpSpPr>
          <p:sp>
            <p:nvSpPr>
              <p:cNvPr id="20" name="Полилиния: фигура 19"/>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4" name="Рисунок 56"/>
            <p:cNvGrpSpPr/>
            <p:nvPr/>
          </p:nvGrpSpPr>
          <p:grpSpPr bwMode="auto">
            <a:xfrm>
              <a:off x="7301203" y="3925032"/>
              <a:ext cx="428625" cy="425767"/>
              <a:chOff x="7486650" y="3728084"/>
              <a:chExt cx="428625" cy="425767"/>
            </a:xfrm>
            <a:grpFill/>
          </p:grpSpPr>
          <p:sp>
            <p:nvSpPr>
              <p:cNvPr id="18" name="Полилиния: фигура 17"/>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04700" y="2349598"/>
              <a:ext cx="2550795" cy="2550793"/>
              <a:chOff x="4990147" y="2152650"/>
              <a:chExt cx="2550795" cy="2550793"/>
            </a:xfrm>
            <a:grpFill/>
          </p:grpSpPr>
          <p:sp>
            <p:nvSpPr>
              <p:cNvPr id="16" name="Полилиния: фигура 15"/>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7" name="Полилиния: фигура 16"/>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28" name="Прямоугольник: скругленные углы 27"/>
          <p:cNvSpPr/>
          <p:nvPr userDrawn="1"/>
        </p:nvSpPr>
        <p:spPr bwMode="auto">
          <a:xfrm rot="10800000">
            <a:off x="10185451" y="1903621"/>
            <a:ext cx="1656000" cy="360000"/>
          </a:xfrm>
          <a:prstGeom prst="roundRect">
            <a:avLst>
              <a:gd name="adj" fmla="val 16667"/>
            </a:avLst>
          </a:prstGeom>
          <a:solidFill>
            <a:srgbClr val="EBB800"/>
          </a:solidFill>
          <a:ln w="1656" cap="flat">
            <a:noFill/>
            <a:prstDash val="solid"/>
            <a:miter/>
          </a:ln>
        </p:spPr>
        <p:txBody>
          <a:bodyPr rtlCol="0" anchor="ctr"/>
          <a:lstStyle/>
          <a:p>
            <a:pPr>
              <a:defRPr/>
            </a:pPr>
            <a:endParaRPr lang="ru-RU"/>
          </a:p>
        </p:txBody>
      </p:sp>
      <p:sp>
        <p:nvSpPr>
          <p:cNvPr id="29" name="Прямоугольник: скругленные углы 28"/>
          <p:cNvSpPr/>
          <p:nvPr userDrawn="1"/>
        </p:nvSpPr>
        <p:spPr bwMode="auto">
          <a:xfrm>
            <a:off x="10201038" y="2471500"/>
            <a:ext cx="1656000" cy="360000"/>
          </a:xfrm>
          <a:prstGeom prst="roundRect">
            <a:avLst>
              <a:gd name="adj" fmla="val 16667"/>
            </a:avLst>
          </a:prstGeom>
          <a:gradFill>
            <a:gsLst>
              <a:gs pos="1302">
                <a:srgbClr val="F2DB7A"/>
              </a:gs>
              <a:gs pos="38021">
                <a:srgbClr val="EBB800"/>
              </a:gs>
              <a:gs pos="73698">
                <a:srgbClr val="EBB800"/>
              </a:gs>
              <a:gs pos="90577">
                <a:srgbClr val="BB940E"/>
              </a:gs>
              <a:gs pos="100000">
                <a:srgbClr val="A98714"/>
              </a:gs>
            </a:gsLst>
            <a:lin ang="10800000" scaled="1"/>
          </a:gradFill>
          <a:ln w="1656" cap="flat">
            <a:noFill/>
            <a:prstDash val="solid"/>
            <a:miter/>
          </a:ln>
        </p:spPr>
        <p:txBody>
          <a:bodyPr rtlCol="0" anchor="ctr"/>
          <a:lstStyle/>
          <a:p>
            <a:pPr>
              <a:defRPr/>
            </a:pPr>
            <a:endParaRPr lang="ru-RU"/>
          </a:p>
        </p:txBody>
      </p:sp>
      <p:sp>
        <p:nvSpPr>
          <p:cNvPr id="30" name="Прямоугольник: скругленные углы 29"/>
          <p:cNvSpPr/>
          <p:nvPr userDrawn="1"/>
        </p:nvSpPr>
        <p:spPr bwMode="auto">
          <a:xfrm rot="10800000">
            <a:off x="7973503" y="3480819"/>
            <a:ext cx="1656000" cy="360000"/>
          </a:xfrm>
          <a:prstGeom prst="roundRect">
            <a:avLst>
              <a:gd name="adj" fmla="val 16667"/>
            </a:avLst>
          </a:prstGeom>
          <a:solidFill>
            <a:srgbClr val="B44728"/>
          </a:solidFill>
          <a:ln w="1656" cap="flat">
            <a:noFill/>
            <a:prstDash val="solid"/>
            <a:miter/>
          </a:ln>
        </p:spPr>
        <p:txBody>
          <a:bodyPr rtlCol="0" anchor="ctr"/>
          <a:lstStyle/>
          <a:p>
            <a:pPr>
              <a:defRPr/>
            </a:pPr>
            <a:endParaRPr lang="ru-RU"/>
          </a:p>
        </p:txBody>
      </p:sp>
      <p:sp>
        <p:nvSpPr>
          <p:cNvPr id="31" name="Прямоугольник: скругленные углы 30"/>
          <p:cNvSpPr/>
          <p:nvPr userDrawn="1"/>
        </p:nvSpPr>
        <p:spPr bwMode="auto">
          <a:xfrm>
            <a:off x="7992734" y="4083057"/>
            <a:ext cx="1656000" cy="360000"/>
          </a:xfrm>
          <a:prstGeom prst="roundRect">
            <a:avLst>
              <a:gd name="adj" fmla="val 16667"/>
            </a:avLst>
          </a:prstGeom>
          <a:gradFill>
            <a:gsLst>
              <a:gs pos="1302">
                <a:srgbClr val="F08362"/>
              </a:gs>
              <a:gs pos="38021">
                <a:srgbClr val="B44629"/>
              </a:gs>
              <a:gs pos="73698">
                <a:srgbClr val="B44629"/>
              </a:gs>
              <a:gs pos="79608">
                <a:srgbClr val="AB3820"/>
              </a:gs>
              <a:gs pos="93147">
                <a:srgbClr val="941D0F"/>
              </a:gs>
              <a:gs pos="100000">
                <a:srgbClr val="8A1208"/>
              </a:gs>
            </a:gsLst>
            <a:lin ang="10800000" scaled="1"/>
          </a:gradFill>
          <a:ln w="1656" cap="flat">
            <a:noFill/>
            <a:prstDash val="solid"/>
            <a:miter/>
          </a:ln>
        </p:spPr>
        <p:txBody>
          <a:bodyPr rtlCol="0" anchor="ctr"/>
          <a:lstStyle/>
          <a:p>
            <a:pPr>
              <a:defRPr/>
            </a:pPr>
            <a:endParaRPr lang="ru-RU"/>
          </a:p>
        </p:txBody>
      </p:sp>
      <p:sp>
        <p:nvSpPr>
          <p:cNvPr id="32" name="Прямоугольник: скругленные углы 31"/>
          <p:cNvSpPr/>
          <p:nvPr userDrawn="1"/>
        </p:nvSpPr>
        <p:spPr bwMode="auto">
          <a:xfrm rot="10800000">
            <a:off x="5761555" y="1903621"/>
            <a:ext cx="1656000" cy="360000"/>
          </a:xfrm>
          <a:prstGeom prst="roundRect">
            <a:avLst>
              <a:gd name="adj" fmla="val 16667"/>
            </a:avLst>
          </a:prstGeom>
          <a:solidFill>
            <a:srgbClr val="741E6C"/>
          </a:solidFill>
          <a:ln w="1656" cap="flat">
            <a:noFill/>
            <a:prstDash val="solid"/>
            <a:miter/>
          </a:ln>
        </p:spPr>
        <p:txBody>
          <a:bodyPr rtlCol="0" anchor="ctr"/>
          <a:lstStyle/>
          <a:p>
            <a:pPr>
              <a:defRPr/>
            </a:pPr>
            <a:endParaRPr lang="ru-RU"/>
          </a:p>
        </p:txBody>
      </p:sp>
      <p:sp>
        <p:nvSpPr>
          <p:cNvPr id="33" name="Прямоугольник: скругленные углы 32"/>
          <p:cNvSpPr/>
          <p:nvPr userDrawn="1"/>
        </p:nvSpPr>
        <p:spPr bwMode="auto">
          <a:xfrm>
            <a:off x="5761555" y="2452512"/>
            <a:ext cx="1656000" cy="360000"/>
          </a:xfrm>
          <a:prstGeom prst="roundRect">
            <a:avLst>
              <a:gd name="adj" fmla="val 16667"/>
            </a:avLst>
          </a:prstGeom>
          <a:gradFill>
            <a:gsLst>
              <a:gs pos="0">
                <a:srgbClr val="B480B7"/>
              </a:gs>
              <a:gs pos="38021">
                <a:srgbClr val="741E6C"/>
              </a:gs>
              <a:gs pos="73698">
                <a:srgbClr val="712373"/>
              </a:gs>
              <a:gs pos="77903">
                <a:srgbClr val="6A226C"/>
              </a:gs>
              <a:gs pos="92575">
                <a:srgbClr val="551E56"/>
              </a:gs>
              <a:gs pos="100000">
                <a:srgbClr val="4E1D4E"/>
              </a:gs>
            </a:gsLst>
            <a:lin ang="10800000" scaled="1"/>
          </a:gradFill>
          <a:ln w="1656" cap="flat">
            <a:noFill/>
            <a:prstDash val="solid"/>
            <a:miter/>
          </a:ln>
        </p:spPr>
        <p:txBody>
          <a:bodyPr rtlCol="0" anchor="ctr"/>
          <a:lstStyle/>
          <a:p>
            <a:pPr>
              <a:defRPr/>
            </a:pPr>
            <a:endParaRPr lang="ru-RU"/>
          </a:p>
        </p:txBody>
      </p:sp>
      <p:sp>
        <p:nvSpPr>
          <p:cNvPr id="34" name="Прямоугольник: скругленные углы 33"/>
          <p:cNvSpPr/>
          <p:nvPr userDrawn="1"/>
        </p:nvSpPr>
        <p:spPr bwMode="auto">
          <a:xfrm rot="10800000">
            <a:off x="7973503" y="1903621"/>
            <a:ext cx="1656000" cy="360000"/>
          </a:xfrm>
          <a:prstGeom prst="roundRect">
            <a:avLst>
              <a:gd name="adj" fmla="val 16667"/>
            </a:avLst>
          </a:prstGeom>
          <a:solidFill>
            <a:srgbClr val="006A81"/>
          </a:solidFill>
          <a:ln w="1656" cap="flat">
            <a:noFill/>
            <a:prstDash val="solid"/>
            <a:miter/>
          </a:ln>
        </p:spPr>
        <p:txBody>
          <a:bodyPr rtlCol="0" anchor="ctr"/>
          <a:lstStyle/>
          <a:p>
            <a:pPr>
              <a:defRPr/>
            </a:pPr>
            <a:endParaRPr lang="ru-RU"/>
          </a:p>
        </p:txBody>
      </p:sp>
      <p:sp>
        <p:nvSpPr>
          <p:cNvPr id="35" name="Прямоугольник: скругленные углы 34"/>
          <p:cNvSpPr/>
          <p:nvPr userDrawn="1"/>
        </p:nvSpPr>
        <p:spPr bwMode="auto">
          <a:xfrm>
            <a:off x="7973503" y="2480463"/>
            <a:ext cx="1656000" cy="360000"/>
          </a:xfrm>
          <a:prstGeom prst="roundRect">
            <a:avLst>
              <a:gd name="adj" fmla="val 16667"/>
            </a:avLst>
          </a:prstGeom>
          <a:gradFill>
            <a:gsLst>
              <a:gs pos="1302">
                <a:srgbClr val="94CCD9"/>
              </a:gs>
              <a:gs pos="38021">
                <a:srgbClr val="006A81"/>
              </a:gs>
              <a:gs pos="73698">
                <a:srgbClr val="006A81"/>
              </a:gs>
              <a:gs pos="85466">
                <a:srgbClr val="00576A"/>
              </a:gs>
              <a:gs pos="94996">
                <a:srgbClr val="004859"/>
              </a:gs>
              <a:gs pos="100000">
                <a:srgbClr val="004352"/>
              </a:gs>
            </a:gsLst>
            <a:lin ang="10800000" scaled="1"/>
          </a:gradFill>
          <a:ln w="1656" cap="flat">
            <a:noFill/>
            <a:prstDash val="solid"/>
            <a:miter/>
          </a:ln>
        </p:spPr>
        <p:txBody>
          <a:bodyPr rtlCol="0" anchor="ctr"/>
          <a:lstStyle/>
          <a:p>
            <a:pPr>
              <a:defRPr/>
            </a:pPr>
            <a:endParaRPr lang="ru-RU"/>
          </a:p>
        </p:txBody>
      </p:sp>
      <p:sp>
        <p:nvSpPr>
          <p:cNvPr id="36" name="Прямоугольник: скругленные углы 35"/>
          <p:cNvSpPr/>
          <p:nvPr userDrawn="1"/>
        </p:nvSpPr>
        <p:spPr bwMode="auto">
          <a:xfrm rot="10800000">
            <a:off x="3549609" y="3480819"/>
            <a:ext cx="1656000" cy="360000"/>
          </a:xfrm>
          <a:prstGeom prst="roundRect">
            <a:avLst>
              <a:gd name="adj" fmla="val 16667"/>
            </a:avLst>
          </a:prstGeom>
          <a:solidFill>
            <a:srgbClr val="B26397"/>
          </a:solidFill>
          <a:ln w="1656" cap="flat">
            <a:noFill/>
            <a:prstDash val="solid"/>
            <a:miter/>
          </a:ln>
        </p:spPr>
        <p:txBody>
          <a:bodyPr rtlCol="0" anchor="ctr"/>
          <a:lstStyle/>
          <a:p>
            <a:pPr>
              <a:defRPr/>
            </a:pPr>
            <a:endParaRPr lang="ru-RU"/>
          </a:p>
        </p:txBody>
      </p:sp>
      <p:sp>
        <p:nvSpPr>
          <p:cNvPr id="37" name="Прямоугольник: скругленные углы 36"/>
          <p:cNvSpPr/>
          <p:nvPr userDrawn="1"/>
        </p:nvSpPr>
        <p:spPr bwMode="auto">
          <a:xfrm>
            <a:off x="3549608" y="4083057"/>
            <a:ext cx="1656000" cy="360000"/>
          </a:xfrm>
          <a:prstGeom prst="roundRect">
            <a:avLst>
              <a:gd name="adj" fmla="val 16667"/>
            </a:avLst>
          </a:prstGeom>
          <a:gradFill>
            <a:gsLst>
              <a:gs pos="1823">
                <a:srgbClr val="D9A3CA"/>
              </a:gs>
              <a:gs pos="38021">
                <a:srgbClr val="B26397"/>
              </a:gs>
              <a:gs pos="69790">
                <a:srgbClr val="B26397"/>
              </a:gs>
              <a:gs pos="77763">
                <a:srgbClr val="A7528D"/>
              </a:gs>
              <a:gs pos="92473">
                <a:srgbClr val="933680"/>
              </a:gs>
              <a:gs pos="100000">
                <a:srgbClr val="8B2C7C"/>
              </a:gs>
            </a:gsLst>
            <a:lin ang="10800000" scaled="1"/>
          </a:gradFill>
          <a:ln w="1656" cap="flat">
            <a:noFill/>
            <a:prstDash val="solid"/>
            <a:miter/>
          </a:ln>
        </p:spPr>
        <p:txBody>
          <a:bodyPr rtlCol="0" anchor="ctr"/>
          <a:lstStyle/>
          <a:p>
            <a:pPr>
              <a:defRPr/>
            </a:pPr>
            <a:endParaRPr lang="ru-RU"/>
          </a:p>
        </p:txBody>
      </p:sp>
      <p:sp>
        <p:nvSpPr>
          <p:cNvPr id="38" name="Прямоугольник: скругленные углы 37"/>
          <p:cNvSpPr/>
          <p:nvPr userDrawn="1"/>
        </p:nvSpPr>
        <p:spPr bwMode="auto">
          <a:xfrm rot="10800000">
            <a:off x="5761555" y="3480819"/>
            <a:ext cx="1656000" cy="360000"/>
          </a:xfrm>
          <a:prstGeom prst="roundRect">
            <a:avLst>
              <a:gd name="adj" fmla="val 16667"/>
            </a:avLst>
          </a:prstGeom>
          <a:solidFill>
            <a:srgbClr val="706F6F"/>
          </a:solidFill>
          <a:ln w="1656" cap="flat">
            <a:noFill/>
            <a:prstDash val="solid"/>
            <a:miter/>
          </a:ln>
        </p:spPr>
        <p:txBody>
          <a:bodyPr rtlCol="0" anchor="ctr"/>
          <a:lstStyle/>
          <a:p>
            <a:pPr>
              <a:defRPr/>
            </a:pPr>
            <a:endParaRPr lang="ru-RU"/>
          </a:p>
        </p:txBody>
      </p:sp>
      <p:sp>
        <p:nvSpPr>
          <p:cNvPr id="39" name="Прямоугольник: скругленные углы 38"/>
          <p:cNvSpPr/>
          <p:nvPr userDrawn="1"/>
        </p:nvSpPr>
        <p:spPr bwMode="auto">
          <a:xfrm>
            <a:off x="5784430" y="4083057"/>
            <a:ext cx="1656000" cy="360000"/>
          </a:xfrm>
          <a:prstGeom prst="roundRect">
            <a:avLst>
              <a:gd name="adj" fmla="val 16667"/>
            </a:avLst>
          </a:prstGeom>
          <a:gradFill>
            <a:gsLst>
              <a:gs pos="781">
                <a:srgbClr val="BDBCBC"/>
              </a:gs>
              <a:gs pos="38021">
                <a:srgbClr val="706F6F"/>
              </a:gs>
              <a:gs pos="73698">
                <a:srgbClr val="706F6F"/>
              </a:gs>
              <a:gs pos="89976">
                <a:srgbClr val="4E4E4D"/>
              </a:gs>
              <a:gs pos="100000">
                <a:srgbClr val="3C3C3B"/>
              </a:gs>
            </a:gsLst>
            <a:lin ang="10800000" scaled="1"/>
          </a:gradFill>
          <a:ln w="1656" cap="flat">
            <a:noFill/>
            <a:prstDash val="solid"/>
            <a:miter/>
          </a:ln>
        </p:spPr>
        <p:txBody>
          <a:bodyPr rtlCol="0" anchor="ctr"/>
          <a:lstStyle/>
          <a:p>
            <a:pPr>
              <a:defRPr/>
            </a:pPr>
            <a:endParaRPr lang="ru-RU"/>
          </a:p>
        </p:txBody>
      </p:sp>
      <p:sp>
        <p:nvSpPr>
          <p:cNvPr id="40" name="Прямоугольник: скругленные углы 39"/>
          <p:cNvSpPr/>
          <p:nvPr userDrawn="1"/>
        </p:nvSpPr>
        <p:spPr bwMode="auto">
          <a:xfrm rot="10800000">
            <a:off x="6914701" y="5381153"/>
            <a:ext cx="1656000" cy="360000"/>
          </a:xfrm>
          <a:prstGeom prst="roundRect">
            <a:avLst>
              <a:gd name="adj" fmla="val 16667"/>
            </a:avLst>
          </a:prstGeom>
          <a:solidFill>
            <a:srgbClr val="F0CF8C"/>
          </a:solidFill>
          <a:ln w="1656" cap="flat">
            <a:noFill/>
            <a:prstDash val="solid"/>
            <a:miter/>
          </a:ln>
        </p:spPr>
        <p:txBody>
          <a:bodyPr rtlCol="0" anchor="ctr"/>
          <a:lstStyle/>
          <a:p>
            <a:pPr>
              <a:defRPr/>
            </a:pPr>
            <a:endParaRPr lang="ru-RU"/>
          </a:p>
        </p:txBody>
      </p:sp>
      <p:sp>
        <p:nvSpPr>
          <p:cNvPr id="41" name="Прямоугольник: скругленные углы 40"/>
          <p:cNvSpPr/>
          <p:nvPr userDrawn="1"/>
        </p:nvSpPr>
        <p:spPr bwMode="auto">
          <a:xfrm>
            <a:off x="6906718" y="5957884"/>
            <a:ext cx="1656000" cy="360000"/>
          </a:xfrm>
          <a:prstGeom prst="roundRect">
            <a:avLst>
              <a:gd name="adj" fmla="val 16667"/>
            </a:avLst>
          </a:prstGeom>
          <a:gradFill>
            <a:gsLst>
              <a:gs pos="1302">
                <a:srgbClr val="F2DDA8"/>
              </a:gs>
              <a:gs pos="38542">
                <a:srgbClr val="F0CF8C"/>
              </a:gs>
              <a:gs pos="73698">
                <a:srgbClr val="F0CF8C"/>
              </a:gs>
              <a:gs pos="78722">
                <a:srgbClr val="EECB88"/>
              </a:gs>
              <a:gs pos="100000">
                <a:srgbClr val="E5BD78"/>
              </a:gs>
            </a:gsLst>
            <a:lin ang="10800000" scaled="1"/>
          </a:gradFill>
          <a:ln w="1656" cap="flat">
            <a:noFill/>
            <a:prstDash val="solid"/>
            <a:miter/>
          </a:ln>
        </p:spPr>
        <p:txBody>
          <a:bodyPr rtlCol="0" anchor="ctr"/>
          <a:lstStyle/>
          <a:p>
            <a:pPr>
              <a:defRPr/>
            </a:pPr>
            <a:endParaRPr lang="ru-RU"/>
          </a:p>
        </p:txBody>
      </p:sp>
      <p:sp>
        <p:nvSpPr>
          <p:cNvPr id="42" name="Прямоугольник: скругленные углы 41"/>
          <p:cNvSpPr/>
          <p:nvPr userDrawn="1"/>
        </p:nvSpPr>
        <p:spPr bwMode="auto">
          <a:xfrm rot="10800000">
            <a:off x="10185450" y="3480820"/>
            <a:ext cx="1656000" cy="360000"/>
          </a:xfrm>
          <a:prstGeom prst="roundRect">
            <a:avLst>
              <a:gd name="adj" fmla="val 16667"/>
            </a:avLst>
          </a:prstGeom>
          <a:solidFill>
            <a:srgbClr val="3E378D"/>
          </a:solidFill>
          <a:ln w="1656" cap="flat">
            <a:noFill/>
            <a:prstDash val="solid"/>
            <a:miter/>
          </a:ln>
        </p:spPr>
        <p:txBody>
          <a:bodyPr rtlCol="0" anchor="ctr"/>
          <a:lstStyle/>
          <a:p>
            <a:pPr>
              <a:defRPr/>
            </a:pPr>
            <a:endParaRPr lang="ru-RU"/>
          </a:p>
        </p:txBody>
      </p:sp>
      <p:sp>
        <p:nvSpPr>
          <p:cNvPr id="43" name="Прямоугольник: скругленные углы 42"/>
          <p:cNvSpPr/>
          <p:nvPr userDrawn="1"/>
        </p:nvSpPr>
        <p:spPr bwMode="auto">
          <a:xfrm>
            <a:off x="10201038" y="4083057"/>
            <a:ext cx="1656000" cy="360000"/>
          </a:xfrm>
          <a:prstGeom prst="roundRect">
            <a:avLst>
              <a:gd name="adj" fmla="val 16667"/>
            </a:avLst>
          </a:prstGeom>
          <a:gradFill>
            <a:gsLst>
              <a:gs pos="1302">
                <a:srgbClr val="989DC0"/>
              </a:gs>
              <a:gs pos="38542">
                <a:srgbClr val="3E378D"/>
              </a:gs>
              <a:gs pos="73698">
                <a:srgbClr val="3E378D"/>
              </a:gs>
              <a:gs pos="80968">
                <a:srgbClr val="38327D"/>
              </a:gs>
              <a:gs pos="93429">
                <a:srgbClr val="2E2B67"/>
              </a:gs>
              <a:gs pos="100000">
                <a:srgbClr val="2A295F"/>
              </a:gs>
            </a:gsLst>
            <a:lin ang="10800000" scaled="1"/>
          </a:gradFill>
          <a:ln w="1656" cap="flat">
            <a:noFill/>
            <a:prstDash val="solid"/>
            <a:miter/>
          </a:ln>
        </p:spPr>
        <p:txBody>
          <a:bodyPr rtlCol="0" anchor="ctr"/>
          <a:lstStyle/>
          <a:p>
            <a:pPr>
              <a:defRPr/>
            </a:pPr>
            <a:endParaRPr lang="ru-RU"/>
          </a:p>
        </p:txBody>
      </p:sp>
      <p:sp>
        <p:nvSpPr>
          <p:cNvPr id="44" name="Прямоугольник: скругленные углы 43"/>
          <p:cNvSpPr/>
          <p:nvPr userDrawn="1"/>
        </p:nvSpPr>
        <p:spPr bwMode="auto">
          <a:xfrm rot="10800000">
            <a:off x="3549609" y="5403126"/>
            <a:ext cx="1656000" cy="360000"/>
          </a:xfrm>
          <a:prstGeom prst="roundRect">
            <a:avLst>
              <a:gd name="adj" fmla="val 16667"/>
            </a:avLst>
          </a:prstGeom>
          <a:solidFill>
            <a:srgbClr val="EA7125"/>
          </a:solidFill>
          <a:ln w="1656" cap="flat">
            <a:noFill/>
            <a:prstDash val="solid"/>
            <a:miter/>
          </a:ln>
        </p:spPr>
        <p:txBody>
          <a:bodyPr rtlCol="0" anchor="ctr"/>
          <a:lstStyle/>
          <a:p>
            <a:pPr>
              <a:defRPr/>
            </a:pPr>
            <a:endParaRPr lang="ru-RU"/>
          </a:p>
        </p:txBody>
      </p:sp>
      <p:sp>
        <p:nvSpPr>
          <p:cNvPr id="45" name="Прямоугольник: скругленные углы 44"/>
          <p:cNvSpPr/>
          <p:nvPr userDrawn="1"/>
        </p:nvSpPr>
        <p:spPr bwMode="auto">
          <a:xfrm>
            <a:off x="3549608" y="5970069"/>
            <a:ext cx="1656000" cy="360000"/>
          </a:xfrm>
          <a:prstGeom prst="roundRect">
            <a:avLst>
              <a:gd name="adj" fmla="val 16667"/>
            </a:avLst>
          </a:prstGeom>
          <a:gradFill>
            <a:gsLst>
              <a:gs pos="2344">
                <a:srgbClr val="F0B789"/>
              </a:gs>
              <a:gs pos="38021">
                <a:srgbClr val="EA7125"/>
              </a:gs>
              <a:gs pos="73698">
                <a:srgbClr val="EA7125"/>
              </a:gs>
              <a:gs pos="83550">
                <a:srgbClr val="CE651F"/>
              </a:gs>
              <a:gs pos="94318">
                <a:srgbClr val="B2591A"/>
              </a:gs>
              <a:gs pos="100000">
                <a:srgbClr val="A85418"/>
              </a:gs>
            </a:gsLst>
            <a:lin ang="10800000" scaled="1"/>
          </a:gradFill>
          <a:ln w="1656" cap="flat">
            <a:noFill/>
            <a:prstDash val="solid"/>
            <a:miter/>
          </a:ln>
        </p:spPr>
        <p:txBody>
          <a:bodyPr rtlCol="0" anchor="ctr"/>
          <a:lstStyle/>
          <a:p>
            <a:pPr>
              <a:defRPr/>
            </a:pPr>
            <a:endParaRPr lang="ru-RU"/>
          </a:p>
        </p:txBody>
      </p:sp>
      <p:sp>
        <p:nvSpPr>
          <p:cNvPr id="46" name="Прямоугольник: скругленные углы 45"/>
          <p:cNvSpPr/>
          <p:nvPr userDrawn="1"/>
        </p:nvSpPr>
        <p:spPr bwMode="auto">
          <a:xfrm rot="10800000">
            <a:off x="3549608" y="1903621"/>
            <a:ext cx="1656000" cy="360000"/>
          </a:xfrm>
          <a:prstGeom prst="roundRect">
            <a:avLst>
              <a:gd name="adj" fmla="val 16667"/>
            </a:avLst>
          </a:prstGeom>
          <a:solidFill>
            <a:srgbClr val="007935"/>
          </a:solidFill>
          <a:ln w="1656" cap="flat">
            <a:noFill/>
            <a:prstDash val="solid"/>
            <a:miter/>
          </a:ln>
        </p:spPr>
        <p:txBody>
          <a:bodyPr rtlCol="0" anchor="ctr"/>
          <a:lstStyle/>
          <a:p>
            <a:pPr>
              <a:defRPr/>
            </a:pPr>
            <a:endParaRPr lang="ru-RU"/>
          </a:p>
        </p:txBody>
      </p:sp>
      <p:sp>
        <p:nvSpPr>
          <p:cNvPr id="47" name="Прямоугольник: скругленные углы 46"/>
          <p:cNvSpPr/>
          <p:nvPr userDrawn="1"/>
        </p:nvSpPr>
        <p:spPr bwMode="auto">
          <a:xfrm>
            <a:off x="3549608" y="2458720"/>
            <a:ext cx="1656000" cy="360000"/>
          </a:xfrm>
          <a:prstGeom prst="roundRect">
            <a:avLst>
              <a:gd name="adj" fmla="val 16667"/>
            </a:avLst>
          </a:prstGeom>
          <a:gradFill>
            <a:gsLst>
              <a:gs pos="1302">
                <a:srgbClr val="A4CD85"/>
              </a:gs>
              <a:gs pos="38021">
                <a:srgbClr val="007935"/>
              </a:gs>
              <a:gs pos="73698">
                <a:srgbClr val="007935"/>
              </a:gs>
              <a:gs pos="74932">
                <a:srgbClr val="007734"/>
              </a:gs>
              <a:gs pos="86756">
                <a:srgbClr val="006029"/>
              </a:gs>
              <a:gs pos="95441">
                <a:srgbClr val="005021"/>
              </a:gs>
              <a:gs pos="100000">
                <a:srgbClr val="00491D"/>
              </a:gs>
            </a:gsLst>
            <a:lin ang="10800000" scaled="1"/>
          </a:gradFill>
          <a:ln w="1656" cap="flat">
            <a:noFill/>
            <a:prstDash val="solid"/>
            <a:miter/>
          </a:ln>
        </p:spPr>
        <p:txBody>
          <a:bodyPr rtlCol="0" anchor="ctr"/>
          <a:lstStyle/>
          <a:p>
            <a:pPr>
              <a:defRPr/>
            </a:pPr>
            <a:endParaRPr lang="ru-RU"/>
          </a:p>
        </p:txBody>
      </p:sp>
      <p:sp>
        <p:nvSpPr>
          <p:cNvPr id="48" name="Прямоугольник: скругленные углы 47"/>
          <p:cNvSpPr/>
          <p:nvPr userDrawn="1"/>
        </p:nvSpPr>
        <p:spPr bwMode="auto">
          <a:xfrm rot="10800000">
            <a:off x="342961" y="2618791"/>
            <a:ext cx="1656000" cy="360000"/>
          </a:xfrm>
          <a:prstGeom prst="roundRect">
            <a:avLst>
              <a:gd name="adj" fmla="val 16667"/>
            </a:avLst>
          </a:prstGeom>
          <a:solidFill>
            <a:srgbClr val="5FC1CF"/>
          </a:solidFill>
          <a:ln w="1656" cap="flat">
            <a:noFill/>
            <a:prstDash val="solid"/>
            <a:miter/>
          </a:ln>
        </p:spPr>
        <p:txBody>
          <a:bodyPr rtlCol="0" anchor="ctr"/>
          <a:lstStyle/>
          <a:p>
            <a:pPr>
              <a:defRPr/>
            </a:pPr>
            <a:endParaRPr lang="ru-RU"/>
          </a:p>
        </p:txBody>
      </p:sp>
      <p:sp>
        <p:nvSpPr>
          <p:cNvPr id="49" name="Прямоугольник: скругленные углы 48"/>
          <p:cNvSpPr/>
          <p:nvPr userDrawn="1"/>
        </p:nvSpPr>
        <p:spPr bwMode="auto">
          <a:xfrm rot="10800000">
            <a:off x="342960" y="3272660"/>
            <a:ext cx="1656000" cy="360000"/>
          </a:xfrm>
          <a:prstGeom prst="roundRect">
            <a:avLst>
              <a:gd name="adj" fmla="val 16667"/>
            </a:avLst>
          </a:prstGeom>
          <a:solidFill>
            <a:srgbClr val="E6E6E6"/>
          </a:solidFill>
          <a:ln w="1656" cap="flat">
            <a:noFill/>
            <a:prstDash val="solid"/>
            <a:miter/>
          </a:ln>
        </p:spPr>
        <p:txBody>
          <a:bodyPr rtlCol="0" anchor="ctr"/>
          <a:lstStyle/>
          <a:p>
            <a:pPr>
              <a:defRPr/>
            </a:pPr>
            <a:endParaRPr lang="ru-RU"/>
          </a:p>
        </p:txBody>
      </p:sp>
      <p:sp>
        <p:nvSpPr>
          <p:cNvPr id="50" name="Прямоугольник: скругленные углы 49"/>
          <p:cNvSpPr/>
          <p:nvPr userDrawn="1"/>
        </p:nvSpPr>
        <p:spPr bwMode="auto">
          <a:xfrm rot="10800000">
            <a:off x="342961" y="1903621"/>
            <a:ext cx="1656000" cy="360000"/>
          </a:xfrm>
          <a:prstGeom prst="roundRect">
            <a:avLst>
              <a:gd name="adj" fmla="val 16667"/>
            </a:avLst>
          </a:prstGeom>
          <a:solidFill>
            <a:srgbClr val="355CA8"/>
          </a:solidFill>
          <a:ln w="1656" cap="flat">
            <a:noFill/>
            <a:prstDash val="solid"/>
            <a:miter/>
          </a:ln>
        </p:spPr>
        <p:txBody>
          <a:bodyPr rtlCol="0" anchor="ctr"/>
          <a:lstStyle/>
          <a:p>
            <a:pPr>
              <a:defRPr/>
            </a:pPr>
            <a:endParaRPr lang="ru-RU"/>
          </a:p>
        </p:txBody>
      </p:sp>
      <p:sp>
        <p:nvSpPr>
          <p:cNvPr id="51" name="Прямоугольник: скругленные углы 50"/>
          <p:cNvSpPr/>
          <p:nvPr userDrawn="1"/>
        </p:nvSpPr>
        <p:spPr bwMode="auto">
          <a:xfrm>
            <a:off x="342960" y="3836551"/>
            <a:ext cx="1656000" cy="360000"/>
          </a:xfrm>
          <a:prstGeom prst="roundRect">
            <a:avLst>
              <a:gd name="adj" fmla="val 16667"/>
            </a:avLst>
          </a:prstGeom>
          <a:gradFill>
            <a:gsLst>
              <a:gs pos="8430">
                <a:srgbClr val="5FC1CF"/>
              </a:gs>
              <a:gs pos="56704">
                <a:srgbClr val="3772B3"/>
              </a:gs>
              <a:gs pos="84412">
                <a:srgbClr val="355CA8"/>
              </a:gs>
            </a:gsLst>
            <a:lin ang="10800000" scaled="1"/>
          </a:gradFill>
          <a:ln w="1656" cap="flat">
            <a:noFill/>
            <a:prstDash val="solid"/>
            <a:miter/>
          </a:ln>
        </p:spPr>
        <p:txBody>
          <a:bodyPr rtlCol="0" anchor="ctr"/>
          <a:lstStyle/>
          <a:p>
            <a:pPr>
              <a:defRPr/>
            </a:pPr>
            <a:endParaRPr lang="ru-RU"/>
          </a:p>
        </p:txBody>
      </p:sp>
      <p:sp>
        <p:nvSpPr>
          <p:cNvPr id="52" name="TextBox 51"/>
          <p:cNvSpPr txBox="1"/>
          <p:nvPr userDrawn="1"/>
        </p:nvSpPr>
        <p:spPr bwMode="auto">
          <a:xfrm>
            <a:off x="342960" y="2275453"/>
            <a:ext cx="1656000" cy="2209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53" name="TextBox 52"/>
          <p:cNvSpPr txBox="1"/>
          <p:nvPr userDrawn="1"/>
        </p:nvSpPr>
        <p:spPr bwMode="auto">
          <a:xfrm>
            <a:off x="342960" y="2987314"/>
            <a:ext cx="2948745" cy="1846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Дополнительный цвет</a:t>
            </a:r>
            <a:endParaRPr/>
          </a:p>
        </p:txBody>
      </p:sp>
      <p:sp>
        <p:nvSpPr>
          <p:cNvPr id="54" name="TextBox 53"/>
          <p:cNvSpPr txBox="1"/>
          <p:nvPr userDrawn="1"/>
        </p:nvSpPr>
        <p:spPr bwMode="auto">
          <a:xfrm>
            <a:off x="336000" y="1286458"/>
            <a:ext cx="3286389" cy="1846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Цвета университета</a:t>
            </a:r>
            <a:br>
              <a:rPr lang="ru-RU" sz="2400" baseline="30000"/>
            </a:br>
            <a:r>
              <a:rPr lang="ru-RU" sz="2400" baseline="30000"/>
              <a:t>и филиалов</a:t>
            </a:r>
            <a:endParaRPr/>
          </a:p>
        </p:txBody>
      </p:sp>
      <p:sp>
        <p:nvSpPr>
          <p:cNvPr id="55" name="TextBox 54"/>
          <p:cNvSpPr txBox="1"/>
          <p:nvPr userDrawn="1"/>
        </p:nvSpPr>
        <p:spPr bwMode="auto">
          <a:xfrm>
            <a:off x="342960" y="4398897"/>
            <a:ext cx="2948745" cy="1846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sp>
        <p:nvSpPr>
          <p:cNvPr id="56" name="TextBox 55"/>
          <p:cNvSpPr txBox="1"/>
          <p:nvPr userDrawn="1"/>
        </p:nvSpPr>
        <p:spPr bwMode="auto">
          <a:xfrm>
            <a:off x="3549607" y="1312225"/>
            <a:ext cx="3286389" cy="1846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Цвета институтов</a:t>
            </a:r>
            <a:endParaRPr/>
          </a:p>
        </p:txBody>
      </p:sp>
      <p:sp>
        <p:nvSpPr>
          <p:cNvPr id="57" name="TextBox 56"/>
          <p:cNvSpPr txBox="1"/>
          <p:nvPr userDrawn="1"/>
        </p:nvSpPr>
        <p:spPr bwMode="auto">
          <a:xfrm>
            <a:off x="3549608" y="5108116"/>
            <a:ext cx="3286389" cy="184666"/>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Цвет колледжа</a:t>
            </a:r>
            <a:endParaRPr/>
          </a:p>
        </p:txBody>
      </p:sp>
      <p:sp>
        <p:nvSpPr>
          <p:cNvPr id="58" name="TextBox 57"/>
          <p:cNvSpPr txBox="1"/>
          <p:nvPr userDrawn="1"/>
        </p:nvSpPr>
        <p:spPr bwMode="auto">
          <a:xfrm>
            <a:off x="6912299" y="5108115"/>
            <a:ext cx="5089201" cy="219362"/>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Цвет Института международного образования</a:t>
            </a:r>
            <a:endParaRPr/>
          </a:p>
          <a:p>
            <a:pPr>
              <a:defRPr/>
            </a:pPr>
            <a:endParaRPr lang="ru-RU" sz="2400" baseline="30000"/>
          </a:p>
        </p:txBody>
      </p:sp>
      <p:sp>
        <p:nvSpPr>
          <p:cNvPr id="60" name="TextBox 59"/>
          <p:cNvSpPr txBox="1"/>
          <p:nvPr/>
        </p:nvSpPr>
        <p:spPr bwMode="auto">
          <a:xfrm>
            <a:off x="3549608" y="1695943"/>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ИИИ</a:t>
            </a:r>
            <a:endParaRPr/>
          </a:p>
        </p:txBody>
      </p:sp>
      <p:grpSp>
        <p:nvGrpSpPr>
          <p:cNvPr id="96" name="Группа 95"/>
          <p:cNvGrpSpPr/>
          <p:nvPr userDrawn="1"/>
        </p:nvGrpSpPr>
        <p:grpSpPr bwMode="auto">
          <a:xfrm>
            <a:off x="3549608" y="2263410"/>
            <a:ext cx="1089480" cy="860777"/>
            <a:chOff x="3549608" y="2263410"/>
            <a:chExt cx="1089480" cy="860777"/>
          </a:xfrm>
        </p:grpSpPr>
        <p:sp>
          <p:nvSpPr>
            <p:cNvPr id="61" name="TextBox 60"/>
            <p:cNvSpPr txBox="1"/>
            <p:nvPr/>
          </p:nvSpPr>
          <p:spPr bwMode="auto">
            <a:xfrm>
              <a:off x="3549608" y="2263410"/>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62" name="TextBox 61"/>
            <p:cNvSpPr txBox="1"/>
            <p:nvPr/>
          </p:nvSpPr>
          <p:spPr bwMode="auto">
            <a:xfrm>
              <a:off x="3549608" y="2864744"/>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sp>
        <p:nvSpPr>
          <p:cNvPr id="63" name="TextBox 62"/>
          <p:cNvSpPr txBox="1"/>
          <p:nvPr userDrawn="1"/>
        </p:nvSpPr>
        <p:spPr bwMode="auto">
          <a:xfrm>
            <a:off x="342960" y="5185809"/>
            <a:ext cx="2298065" cy="646207"/>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Чтобы взять необходимый цвет на слайд, воспользуйтесь инструментом «Пипетка»</a:t>
            </a:r>
            <a:endParaRPr/>
          </a:p>
        </p:txBody>
      </p:sp>
      <p:grpSp>
        <p:nvGrpSpPr>
          <p:cNvPr id="97" name="Группа 96"/>
          <p:cNvGrpSpPr/>
          <p:nvPr userDrawn="1"/>
        </p:nvGrpSpPr>
        <p:grpSpPr bwMode="auto">
          <a:xfrm>
            <a:off x="3549608" y="3292514"/>
            <a:ext cx="1908208" cy="1428244"/>
            <a:chOff x="3549608" y="3292514"/>
            <a:chExt cx="1908208" cy="1428244"/>
          </a:xfrm>
        </p:grpSpPr>
        <p:sp>
          <p:nvSpPr>
            <p:cNvPr id="65" name="TextBox 64"/>
            <p:cNvSpPr txBox="1"/>
            <p:nvPr/>
          </p:nvSpPr>
          <p:spPr bwMode="auto">
            <a:xfrm>
              <a:off x="3549608" y="3292514"/>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ИТХТ</a:t>
              </a:r>
              <a:endParaRPr/>
            </a:p>
          </p:txBody>
        </p:sp>
        <p:sp>
          <p:nvSpPr>
            <p:cNvPr id="66" name="TextBox 65"/>
            <p:cNvSpPr txBox="1"/>
            <p:nvPr/>
          </p:nvSpPr>
          <p:spPr bwMode="auto">
            <a:xfrm>
              <a:off x="3549608" y="3859981"/>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67" name="TextBox 66"/>
            <p:cNvSpPr txBox="1"/>
            <p:nvPr/>
          </p:nvSpPr>
          <p:spPr bwMode="auto">
            <a:xfrm>
              <a:off x="3549608" y="4461315"/>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68" name="Группа 67"/>
          <p:cNvGrpSpPr/>
          <p:nvPr userDrawn="1"/>
        </p:nvGrpSpPr>
        <p:grpSpPr bwMode="auto">
          <a:xfrm>
            <a:off x="5770294" y="1695943"/>
            <a:ext cx="1908208" cy="1428244"/>
            <a:chOff x="3549608" y="1695943"/>
            <a:chExt cx="1908208" cy="1428244"/>
          </a:xfrm>
        </p:grpSpPr>
        <p:sp>
          <p:nvSpPr>
            <p:cNvPr id="69" name="TextBox 68"/>
            <p:cNvSpPr txBox="1"/>
            <p:nvPr/>
          </p:nvSpPr>
          <p:spPr bwMode="auto">
            <a:xfrm>
              <a:off x="3549608" y="1695943"/>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ИРИ</a:t>
              </a:r>
              <a:endParaRPr/>
            </a:p>
          </p:txBody>
        </p:sp>
        <p:sp>
          <p:nvSpPr>
            <p:cNvPr id="70" name="TextBox 69"/>
            <p:cNvSpPr txBox="1"/>
            <p:nvPr/>
          </p:nvSpPr>
          <p:spPr bwMode="auto">
            <a:xfrm>
              <a:off x="3568005" y="2263410"/>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71" name="TextBox 70"/>
            <p:cNvSpPr txBox="1"/>
            <p:nvPr/>
          </p:nvSpPr>
          <p:spPr bwMode="auto">
            <a:xfrm>
              <a:off x="3568005" y="2864744"/>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72" name="Группа 71"/>
          <p:cNvGrpSpPr/>
          <p:nvPr userDrawn="1"/>
        </p:nvGrpSpPr>
        <p:grpSpPr bwMode="auto">
          <a:xfrm>
            <a:off x="5770294" y="3292514"/>
            <a:ext cx="1908208" cy="1428244"/>
            <a:chOff x="3549608" y="1695943"/>
            <a:chExt cx="1908208" cy="1428244"/>
          </a:xfrm>
        </p:grpSpPr>
        <p:sp>
          <p:nvSpPr>
            <p:cNvPr id="73" name="TextBox 72"/>
            <p:cNvSpPr txBox="1"/>
            <p:nvPr/>
          </p:nvSpPr>
          <p:spPr bwMode="auto">
            <a:xfrm>
              <a:off x="3549608" y="1695943"/>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ИИТ</a:t>
              </a:r>
              <a:endParaRPr/>
            </a:p>
          </p:txBody>
        </p:sp>
        <p:sp>
          <p:nvSpPr>
            <p:cNvPr id="74" name="TextBox 73"/>
            <p:cNvSpPr txBox="1"/>
            <p:nvPr/>
          </p:nvSpPr>
          <p:spPr bwMode="auto">
            <a:xfrm>
              <a:off x="3568005" y="2263410"/>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75" name="TextBox 74"/>
            <p:cNvSpPr txBox="1"/>
            <p:nvPr/>
          </p:nvSpPr>
          <p:spPr bwMode="auto">
            <a:xfrm>
              <a:off x="3568005" y="2864744"/>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92" name="Группа 91"/>
          <p:cNvGrpSpPr/>
          <p:nvPr userDrawn="1"/>
        </p:nvGrpSpPr>
        <p:grpSpPr bwMode="auto">
          <a:xfrm>
            <a:off x="7961951" y="1695943"/>
            <a:ext cx="1908208" cy="1428244"/>
            <a:chOff x="7961951" y="1695943"/>
            <a:chExt cx="1908208" cy="1428244"/>
          </a:xfrm>
        </p:grpSpPr>
        <p:sp>
          <p:nvSpPr>
            <p:cNvPr id="77" name="TextBox 76"/>
            <p:cNvSpPr txBox="1"/>
            <p:nvPr/>
          </p:nvSpPr>
          <p:spPr bwMode="auto">
            <a:xfrm>
              <a:off x="7961951" y="1695943"/>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ИКБ</a:t>
              </a:r>
              <a:endParaRPr/>
            </a:p>
          </p:txBody>
        </p:sp>
        <p:sp>
          <p:nvSpPr>
            <p:cNvPr id="78" name="TextBox 77"/>
            <p:cNvSpPr txBox="1"/>
            <p:nvPr/>
          </p:nvSpPr>
          <p:spPr bwMode="auto">
            <a:xfrm>
              <a:off x="7961951" y="2263410"/>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79" name="TextBox 78"/>
            <p:cNvSpPr txBox="1"/>
            <p:nvPr/>
          </p:nvSpPr>
          <p:spPr bwMode="auto">
            <a:xfrm>
              <a:off x="7961951" y="2864744"/>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93" name="Группа 92"/>
          <p:cNvGrpSpPr/>
          <p:nvPr userDrawn="1"/>
        </p:nvGrpSpPr>
        <p:grpSpPr bwMode="auto">
          <a:xfrm>
            <a:off x="7961951" y="3292514"/>
            <a:ext cx="1908208" cy="1428244"/>
            <a:chOff x="7961951" y="3292514"/>
            <a:chExt cx="1908208" cy="1428244"/>
          </a:xfrm>
        </p:grpSpPr>
        <p:sp>
          <p:nvSpPr>
            <p:cNvPr id="81" name="TextBox 80"/>
            <p:cNvSpPr txBox="1"/>
            <p:nvPr/>
          </p:nvSpPr>
          <p:spPr bwMode="auto">
            <a:xfrm>
              <a:off x="7961951" y="3292514"/>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ИТУ</a:t>
              </a:r>
              <a:endParaRPr/>
            </a:p>
          </p:txBody>
        </p:sp>
        <p:sp>
          <p:nvSpPr>
            <p:cNvPr id="82" name="TextBox 81"/>
            <p:cNvSpPr txBox="1"/>
            <p:nvPr/>
          </p:nvSpPr>
          <p:spPr bwMode="auto">
            <a:xfrm>
              <a:off x="7961951" y="3859981"/>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83" name="TextBox 82"/>
            <p:cNvSpPr txBox="1"/>
            <p:nvPr/>
          </p:nvSpPr>
          <p:spPr bwMode="auto">
            <a:xfrm>
              <a:off x="7961951" y="4461315"/>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95" name="Группа 94"/>
          <p:cNvGrpSpPr/>
          <p:nvPr userDrawn="1"/>
        </p:nvGrpSpPr>
        <p:grpSpPr bwMode="auto">
          <a:xfrm>
            <a:off x="10197151" y="1695943"/>
            <a:ext cx="1908208" cy="1428244"/>
            <a:chOff x="10197151" y="1695943"/>
            <a:chExt cx="1908208" cy="1428244"/>
          </a:xfrm>
        </p:grpSpPr>
        <p:sp>
          <p:nvSpPr>
            <p:cNvPr id="85" name="TextBox 84"/>
            <p:cNvSpPr txBox="1"/>
            <p:nvPr/>
          </p:nvSpPr>
          <p:spPr bwMode="auto">
            <a:xfrm>
              <a:off x="10197151" y="1695943"/>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ИПТИП</a:t>
              </a:r>
              <a:endParaRPr/>
            </a:p>
          </p:txBody>
        </p:sp>
        <p:sp>
          <p:nvSpPr>
            <p:cNvPr id="86" name="TextBox 85"/>
            <p:cNvSpPr txBox="1"/>
            <p:nvPr/>
          </p:nvSpPr>
          <p:spPr bwMode="auto">
            <a:xfrm>
              <a:off x="10197151" y="2263410"/>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87" name="TextBox 86"/>
            <p:cNvSpPr txBox="1"/>
            <p:nvPr/>
          </p:nvSpPr>
          <p:spPr bwMode="auto">
            <a:xfrm>
              <a:off x="10197151" y="2864744"/>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grpSp>
        <p:nvGrpSpPr>
          <p:cNvPr id="94" name="Группа 93"/>
          <p:cNvGrpSpPr/>
          <p:nvPr userDrawn="1"/>
        </p:nvGrpSpPr>
        <p:grpSpPr bwMode="auto">
          <a:xfrm>
            <a:off x="10197151" y="3292514"/>
            <a:ext cx="1908208" cy="1428244"/>
            <a:chOff x="10197151" y="3292514"/>
            <a:chExt cx="1908208" cy="1428244"/>
          </a:xfrm>
        </p:grpSpPr>
        <p:sp>
          <p:nvSpPr>
            <p:cNvPr id="89" name="TextBox 88"/>
            <p:cNvSpPr txBox="1"/>
            <p:nvPr/>
          </p:nvSpPr>
          <p:spPr bwMode="auto">
            <a:xfrm>
              <a:off x="10197151" y="3292514"/>
              <a:ext cx="1908208" cy="254304"/>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a:defRPr/>
              </a:pPr>
              <a:r>
                <a:rPr lang="ru-RU" sz="2400" baseline="30000"/>
                <a:t>ПИШ</a:t>
              </a:r>
              <a:endParaRPr/>
            </a:p>
          </p:txBody>
        </p:sp>
        <p:sp>
          <p:nvSpPr>
            <p:cNvPr id="90" name="TextBox 89"/>
            <p:cNvSpPr txBox="1"/>
            <p:nvPr/>
          </p:nvSpPr>
          <p:spPr bwMode="auto">
            <a:xfrm>
              <a:off x="10197151" y="3859981"/>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Основной цвет</a:t>
              </a:r>
              <a:endParaRPr/>
            </a:p>
          </p:txBody>
        </p:sp>
        <p:sp>
          <p:nvSpPr>
            <p:cNvPr id="91" name="TextBox 90"/>
            <p:cNvSpPr txBox="1"/>
            <p:nvPr/>
          </p:nvSpPr>
          <p:spPr bwMode="auto">
            <a:xfrm>
              <a:off x="10197151" y="4461315"/>
              <a:ext cx="1089480" cy="259443"/>
            </a:xfrm>
            <a:prstGeom prst="rect">
              <a:avLst/>
            </a:prstGeom>
            <a:noFill/>
            <a:ln w="9525">
              <a:noFill/>
              <a:miter lim="800000"/>
              <a:headEnd/>
              <a:tailEnd/>
            </a:ln>
            <a:effectLst/>
          </p:spPr>
          <p:txBody>
            <a:bodyPr vert="horz" wrap="square" lIns="0" tIns="0" rIns="0" bIns="0" numCol="1" rtlCol="0" anchor="t" anchorCtr="0" compatLnSpc="1">
              <a:prstTxWarp prst="textNoShape"/>
              <a:noAutofit/>
            </a:bodyPr>
            <a:lstStyle/>
            <a:p>
              <a:pPr marL="0" indent="0" algn="l" defTabSz="914400">
                <a:buClr>
                  <a:schemeClr val="accent5"/>
                </a:buClr>
                <a:buFontTx/>
                <a:buNone/>
                <a:defRPr/>
              </a:pPr>
              <a:r>
                <a:rPr lang="ru-RU" sz="1000"/>
                <a:t>Градиент</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Базовый слайд с подзаголовком">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98" name=""/>
                  <p:cNvPicPr/>
                  <p:nvPr/>
                </p:nvPicPr>
                <p:blipFill>
                  <a:blip/>
                  <a:stretch/>
                </p:blipFill>
                <p:spPr bwMode="auto">
                  <a:xfrm>
                    <a:off x="1959" y="1597"/>
                    <a:ext cx="1953" cy="1587"/>
                  </a:xfrm>
                  <a:prstGeom prst="rect">
                    <a:avLst/>
                  </a:prstGeom>
                </p:spPr>
              </p:pic>
            </p:oleObj>
          </a:graphicData>
        </a:graphic>
      </p:graphicFrame>
      <p:sp>
        <p:nvSpPr>
          <p:cNvPr id="13" name="Subtitle 2"/>
          <p:cNvSpPr>
            <a:spLocks noGrp="1"/>
          </p:cNvSpPr>
          <p:nvPr>
            <p:ph type="subTitle" idx="1" hasCustomPrompt="1"/>
          </p:nvPr>
        </p:nvSpPr>
        <p:spPr bwMode="auto">
          <a:xfrm>
            <a:off x="347661" y="908725"/>
            <a:ext cx="10398685" cy="215444"/>
          </a:xfrm>
          <a:prstGeom prst="rect">
            <a:avLst/>
          </a:prstGeom>
        </p:spPr>
        <p:txBody>
          <a:bodyPr wrap="square"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r>
              <a:rPr lang="en-US"/>
              <a:t> (14 pt )</a:t>
            </a:r>
            <a:endParaRPr lang="ru-RU"/>
          </a:p>
        </p:txBody>
      </p:sp>
      <p:sp>
        <p:nvSpPr>
          <p:cNvPr id="4" name="Заголовок 3"/>
          <p:cNvSpPr>
            <a:spLocks noGrp="1"/>
          </p:cNvSpPr>
          <p:nvPr>
            <p:ph type="title" hasCustomPrompt="1"/>
          </p:nvPr>
        </p:nvSpPr>
        <p:spPr bwMode="auto">
          <a:xfrm>
            <a:off x="347661" y="57633"/>
            <a:ext cx="10398685" cy="738664"/>
          </a:xfrm>
        </p:spPr>
        <p:txBody>
          <a:bodyPr vert="horz"/>
          <a:lstStyle>
            <a:lvl1pPr algn="l" defTabSz="914446">
              <a:lnSpc>
                <a:spcPct val="100000"/>
              </a:lnSpc>
              <a:spcBef>
                <a:spcPts val="0"/>
              </a:spcBef>
              <a:buNone/>
              <a:defRPr lang="ru-RU" sz="2400" b="1">
                <a:solidFill>
                  <a:schemeClr val="accent5"/>
                </a:solidFill>
                <a:latin typeface="+mj-lt"/>
                <a:ea typeface="+mj-ea"/>
                <a:cs typeface="+mj-cs"/>
              </a:defRPr>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8"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2" name="Группа 1"/>
          <p:cNvGrpSpPr/>
          <p:nvPr userDrawn="1"/>
        </p:nvGrpSpPr>
        <p:grpSpPr bwMode="auto">
          <a:xfrm>
            <a:off x="11113862" y="171149"/>
            <a:ext cx="743176" cy="521001"/>
            <a:chOff x="4091278" y="2349598"/>
            <a:chExt cx="3638550" cy="2550793"/>
          </a:xfrm>
          <a:solidFill>
            <a:srgbClr val="365CA7"/>
          </a:solidFill>
        </p:grpSpPr>
        <p:sp>
          <p:nvSpPr>
            <p:cNvPr id="6" name="Полилиния: фигура 5"/>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0" name="Рисунок 56"/>
            <p:cNvGrpSpPr/>
            <p:nvPr/>
          </p:nvGrpSpPr>
          <p:grpSpPr bwMode="auto">
            <a:xfrm>
              <a:off x="4471325" y="3925032"/>
              <a:ext cx="348614" cy="425767"/>
              <a:chOff x="4656772" y="3728084"/>
              <a:chExt cx="348614" cy="425767"/>
            </a:xfrm>
            <a:grpFill/>
          </p:grpSpPr>
          <p:sp>
            <p:nvSpPr>
              <p:cNvPr id="28" name="Полилиния: фигура 27"/>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9" name="Полилиния: фигура 28"/>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1" name="Рисунок 56"/>
            <p:cNvGrpSpPr/>
            <p:nvPr/>
          </p:nvGrpSpPr>
          <p:grpSpPr bwMode="auto">
            <a:xfrm>
              <a:off x="6878293" y="3916460"/>
              <a:ext cx="398144" cy="442912"/>
              <a:chOff x="7063740" y="3719512"/>
              <a:chExt cx="398144" cy="442912"/>
            </a:xfrm>
            <a:grpFill/>
          </p:grpSpPr>
          <p:sp>
            <p:nvSpPr>
              <p:cNvPr id="26" name="Полилиния: фигура 25"/>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2" name="Полилиния: фигура 11"/>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4" name="Рисунок 56"/>
            <p:cNvGrpSpPr/>
            <p:nvPr/>
          </p:nvGrpSpPr>
          <p:grpSpPr bwMode="auto">
            <a:xfrm>
              <a:off x="6013423" y="3925032"/>
              <a:ext cx="364807" cy="425767"/>
              <a:chOff x="6198870" y="3728084"/>
              <a:chExt cx="364807" cy="425767"/>
            </a:xfrm>
            <a:grpFill/>
          </p:grpSpPr>
          <p:sp>
            <p:nvSpPr>
              <p:cNvPr id="24" name="Полилиния: фигура 23"/>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52325" y="3924079"/>
              <a:ext cx="360997" cy="426720"/>
              <a:chOff x="5037772" y="3727132"/>
              <a:chExt cx="360997" cy="426720"/>
            </a:xfrm>
            <a:grpFill/>
          </p:grpSpPr>
          <p:sp>
            <p:nvSpPr>
              <p:cNvPr id="22" name="Полилиния: фигура 21"/>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6" name="Рисунок 56"/>
            <p:cNvGrpSpPr/>
            <p:nvPr/>
          </p:nvGrpSpPr>
          <p:grpSpPr bwMode="auto">
            <a:xfrm>
              <a:off x="7301203" y="3925032"/>
              <a:ext cx="428625" cy="425767"/>
              <a:chOff x="7486650" y="3728084"/>
              <a:chExt cx="428625" cy="425767"/>
            </a:xfrm>
            <a:grpFill/>
          </p:grpSpPr>
          <p:sp>
            <p:nvSpPr>
              <p:cNvPr id="20" name="Полилиния: фигура 19"/>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7" name="Рисунок 56"/>
            <p:cNvGrpSpPr/>
            <p:nvPr/>
          </p:nvGrpSpPr>
          <p:grpSpPr bwMode="auto">
            <a:xfrm>
              <a:off x="4804700" y="2349598"/>
              <a:ext cx="2550795" cy="2550793"/>
              <a:chOff x="4990147" y="2152650"/>
              <a:chExt cx="2550795" cy="2550793"/>
            </a:xfrm>
            <a:grpFill/>
          </p:grpSpPr>
          <p:sp>
            <p:nvSpPr>
              <p:cNvPr id="18" name="Полилиния: фигура 17"/>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30" name="Text Placeholder 6"/>
          <p:cNvSpPr>
            <a:spLocks noGrp="1"/>
          </p:cNvSpPr>
          <p:nvPr>
            <p:ph type="body" sz="quarter" idx="13" hasCustomPrompt="1"/>
          </p:nvPr>
        </p:nvSpPr>
        <p:spPr bwMode="auto">
          <a:xfrm>
            <a:off x="347661" y="1981200"/>
            <a:ext cx="5573272" cy="4344987"/>
          </a:xfrm>
          <a:prstGeom prst="rect">
            <a:avLst/>
          </a:prstGeom>
          <a:ln>
            <a:noFill/>
          </a:ln>
        </p:spPr>
        <p:txBody>
          <a:bodyPr lIns="0" tIns="0" rIns="0" bIns="0">
            <a:noAutofit/>
          </a:bodyPr>
          <a:lstStyle>
            <a:lvl1pPr marL="0" marR="0" indent="0" algn="l" defTabSz="914446">
              <a:lnSpc>
                <a:spcPct val="100000"/>
              </a:lnSpc>
              <a:spcBef>
                <a:spcPts val="0"/>
              </a:spcBef>
              <a:spcAft>
                <a:spcPts val="0"/>
              </a:spcAft>
              <a:buClr>
                <a:schemeClr val="accent4"/>
              </a:buClr>
              <a:buSzTx/>
              <a:buFont typeface="Wingdings"/>
              <a:buNone/>
              <a:defRPr lang="ru-RU" sz="1200">
                <a:solidFill>
                  <a:schemeClr val="tx2"/>
                </a:solidFill>
                <a:latin typeface="+mn-lt"/>
                <a:ea typeface="+mn-ea"/>
                <a:cs typeface="+mn-cs"/>
              </a:defRPr>
            </a:lvl1pPr>
            <a:lvl2pPr marL="144000" indent="-144000">
              <a:buClr>
                <a:schemeClr val="accent5"/>
              </a:buClr>
              <a:buFont typeface="Wingdings"/>
              <a:buChar char="§"/>
              <a:defRPr>
                <a:solidFill>
                  <a:schemeClr val="tx2"/>
                </a:solidFill>
              </a:defRPr>
            </a:lvl2pPr>
            <a:lvl3pPr>
              <a:buClr>
                <a:schemeClr val="accent5"/>
              </a:buClr>
              <a:defRPr>
                <a:solidFill>
                  <a:schemeClr val="tx2"/>
                </a:solidFill>
              </a:defRPr>
            </a:lvl3pPr>
            <a:lvl4pPr>
              <a:buClr>
                <a:schemeClr val="accent5"/>
              </a:buClr>
              <a:defRPr>
                <a:solidFill>
                  <a:schemeClr val="tx2"/>
                </a:solidFill>
              </a:defRPr>
            </a:lvl4pPr>
            <a:lvl5pPr>
              <a:buClr>
                <a:schemeClr val="accent5"/>
              </a:buClr>
              <a:defRPr>
                <a:solidFill>
                  <a:schemeClr val="tx2"/>
                </a:solidFill>
              </a:defRPr>
            </a:lvl5pPr>
          </a:lstStyle>
          <a:p>
            <a:pPr lvl="0">
              <a:defRPr/>
            </a:pPr>
            <a:r>
              <a:rPr lang="ru-RU"/>
              <a:t>В данное поле необходимо добавить текст.</a:t>
            </a:r>
            <a:endParaRPr/>
          </a:p>
        </p:txBody>
      </p:sp>
      <p:sp>
        <p:nvSpPr>
          <p:cNvPr id="32" name="Рисунок 31"/>
          <p:cNvSpPr>
            <a:spLocks noGrp="1"/>
          </p:cNvSpPr>
          <p:nvPr>
            <p:ph type="pic" sz="quarter" idx="14"/>
          </p:nvPr>
        </p:nvSpPr>
        <p:spPr bwMode="auto">
          <a:xfrm>
            <a:off x="6297053" y="1268413"/>
            <a:ext cx="5559985" cy="5057775"/>
          </a:xfrm>
          <a:prstGeom prst="rect">
            <a:avLst/>
          </a:prstGeom>
          <a:solidFill>
            <a:schemeClr val="accent2">
              <a:lumMod val="20000"/>
              <a:lumOff val="80000"/>
            </a:schemeClr>
          </a:solidFill>
        </p:spPr>
        <p:txBody>
          <a:bodyPr/>
          <a:lstStyle/>
          <a:p>
            <a:pPr>
              <a:defRPr/>
            </a:pPr>
            <a:endParaRPr lang="ru-RU"/>
          </a:p>
        </p:txBody>
      </p:sp>
      <p:sp>
        <p:nvSpPr>
          <p:cNvPr id="43" name="Текст 42"/>
          <p:cNvSpPr>
            <a:spLocks noGrp="1"/>
          </p:cNvSpPr>
          <p:nvPr>
            <p:ph type="body" sz="quarter" idx="19" hasCustomPrompt="1"/>
          </p:nvPr>
        </p:nvSpPr>
        <p:spPr bwMode="auto">
          <a:xfrm>
            <a:off x="347661" y="1268413"/>
            <a:ext cx="5573272" cy="573087"/>
          </a:xfrm>
          <a:prstGeom prst="rect">
            <a:avLst/>
          </a:prstGeom>
        </p:spPr>
        <p:txBody>
          <a:bodyPr lIns="0" tIns="0" rIns="0" bIns="0"/>
          <a:lstStyle>
            <a:lvl1pPr>
              <a:defRPr sz="1600" b="1">
                <a:solidFill>
                  <a:schemeClr val="accent5"/>
                </a:solidFill>
              </a:defRPr>
            </a:lvl1pPr>
            <a:lvl2pPr>
              <a:defRPr sz="1600" b="1">
                <a:solidFill>
                  <a:schemeClr val="accent5"/>
                </a:solidFill>
              </a:defRPr>
            </a:lvl2pPr>
            <a:lvl3pPr>
              <a:defRPr sz="1600" b="1">
                <a:solidFill>
                  <a:schemeClr val="accent5"/>
                </a:solidFill>
              </a:defRPr>
            </a:lvl3pPr>
            <a:lvl4pPr>
              <a:defRPr sz="1600" b="1">
                <a:solidFill>
                  <a:schemeClr val="accent5"/>
                </a:solidFill>
              </a:defRPr>
            </a:lvl4pPr>
            <a:lvl5pPr>
              <a:defRPr sz="1600" b="1">
                <a:solidFill>
                  <a:schemeClr val="accent5"/>
                </a:solidFill>
              </a:defRPr>
            </a:lvl5pPr>
          </a:lstStyle>
          <a:p>
            <a:pPr lvl="0">
              <a:defRPr/>
            </a:pPr>
            <a:r>
              <a:rPr lang="ru-RU"/>
              <a:t>Заголовок может быть набран</a:t>
            </a:r>
            <a:br>
              <a:rPr lang="ru-RU"/>
            </a:br>
            <a:r>
              <a:rPr lang="ru-RU"/>
              <a:t>в две или три строки (14 </a:t>
            </a:r>
            <a:r>
              <a:rPr lang="ru-RU"/>
              <a:t>pt</a:t>
            </a:r>
            <a:r>
              <a:rPr lang="ru-RU"/>
              <a: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Базовый слайд с несколькими изображениями">
    <p:spTree>
      <p:nvGrpSpPr>
        <p:cNvPr id="1" name=""/>
        <p:cNvGrpSpPr/>
        <p:nvPr/>
      </p:nvGrpSpPr>
      <p:grpSpPr bwMode="auto">
        <a:xfrm>
          <a:off x="0" y="0"/>
          <a:ext cx="0" cy="0"/>
          <a:chOff x="0" y="0"/>
          <a:chExt cx="0" cy="0"/>
        </a:xfrm>
      </p:grpSpPr>
      <p:sp>
        <p:nvSpPr>
          <p:cNvPr id="32" name="Рисунок 31"/>
          <p:cNvSpPr>
            <a:spLocks noGrp="1"/>
          </p:cNvSpPr>
          <p:nvPr>
            <p:ph type="pic" sz="quarter" idx="14"/>
          </p:nvPr>
        </p:nvSpPr>
        <p:spPr bwMode="auto">
          <a:xfrm>
            <a:off x="4915955" y="1268413"/>
            <a:ext cx="2251880" cy="2092851"/>
          </a:xfrm>
          <a:prstGeom prst="rect">
            <a:avLst/>
          </a:prstGeom>
          <a:solidFill>
            <a:schemeClr val="accent2">
              <a:lumMod val="20000"/>
              <a:lumOff val="80000"/>
            </a:schemeClr>
          </a:solidFill>
        </p:spPr>
        <p:txBody>
          <a:bodyPr/>
          <a:lstStyle/>
          <a:p>
            <a:pPr>
              <a:defRPr/>
            </a:pPr>
            <a:endParaRPr lang="ru-RU"/>
          </a:p>
        </p:txBody>
      </p:sp>
      <p:sp>
        <p:nvSpPr>
          <p:cNvPr id="41" name="Рисунок 31"/>
          <p:cNvSpPr>
            <a:spLocks noGrp="1"/>
          </p:cNvSpPr>
          <p:nvPr>
            <p:ph type="pic" sz="quarter" idx="20"/>
          </p:nvPr>
        </p:nvSpPr>
        <p:spPr bwMode="auto">
          <a:xfrm>
            <a:off x="7268181" y="1268413"/>
            <a:ext cx="2251880" cy="2092851"/>
          </a:xfrm>
          <a:prstGeom prst="rect">
            <a:avLst/>
          </a:prstGeom>
          <a:solidFill>
            <a:schemeClr val="accent2">
              <a:lumMod val="20000"/>
              <a:lumOff val="80000"/>
            </a:schemeClr>
          </a:solidFill>
        </p:spPr>
        <p:txBody>
          <a:bodyPr/>
          <a:lstStyle/>
          <a:p>
            <a:pPr>
              <a:defRPr/>
            </a:pPr>
            <a:endParaRPr lang="ru-RU"/>
          </a:p>
        </p:txBody>
      </p:sp>
      <p:sp>
        <p:nvSpPr>
          <p:cNvPr id="45" name="Рисунок 31"/>
          <p:cNvSpPr>
            <a:spLocks noGrp="1"/>
          </p:cNvSpPr>
          <p:nvPr>
            <p:ph type="pic" sz="quarter" idx="21"/>
          </p:nvPr>
        </p:nvSpPr>
        <p:spPr bwMode="auto">
          <a:xfrm>
            <a:off x="9620407" y="1268413"/>
            <a:ext cx="2251880" cy="2092851"/>
          </a:xfrm>
          <a:prstGeom prst="rect">
            <a:avLst/>
          </a:prstGeom>
          <a:solidFill>
            <a:schemeClr val="accent2">
              <a:lumMod val="20000"/>
              <a:lumOff val="80000"/>
            </a:schemeClr>
          </a:solidFill>
        </p:spPr>
        <p:txBody>
          <a:bodyPr/>
          <a:lstStyle/>
          <a:p>
            <a:pPr>
              <a:defRPr/>
            </a:pPr>
            <a:endParaRPr lang="ru-RU"/>
          </a:p>
        </p:txBody>
      </p:sp>
      <p:sp>
        <p:nvSpPr>
          <p:cNvPr id="46" name="Рисунок 31"/>
          <p:cNvSpPr>
            <a:spLocks noGrp="1"/>
          </p:cNvSpPr>
          <p:nvPr>
            <p:ph type="pic" sz="quarter" idx="22"/>
          </p:nvPr>
        </p:nvSpPr>
        <p:spPr bwMode="auto">
          <a:xfrm>
            <a:off x="4915955" y="3465513"/>
            <a:ext cx="2251880" cy="2092851"/>
          </a:xfrm>
          <a:prstGeom prst="rect">
            <a:avLst/>
          </a:prstGeom>
          <a:solidFill>
            <a:schemeClr val="accent2">
              <a:lumMod val="20000"/>
              <a:lumOff val="80000"/>
            </a:schemeClr>
          </a:solidFill>
        </p:spPr>
        <p:txBody>
          <a:bodyPr/>
          <a:lstStyle/>
          <a:p>
            <a:pPr>
              <a:defRPr/>
            </a:pPr>
            <a:endParaRPr lang="ru-RU"/>
          </a:p>
        </p:txBody>
      </p:sp>
      <p:sp>
        <p:nvSpPr>
          <p:cNvPr id="47" name="Рисунок 31"/>
          <p:cNvSpPr>
            <a:spLocks noGrp="1"/>
          </p:cNvSpPr>
          <p:nvPr>
            <p:ph type="pic" sz="quarter" idx="23"/>
          </p:nvPr>
        </p:nvSpPr>
        <p:spPr bwMode="auto">
          <a:xfrm>
            <a:off x="7268181" y="3465513"/>
            <a:ext cx="2251880" cy="2092851"/>
          </a:xfrm>
          <a:prstGeom prst="rect">
            <a:avLst/>
          </a:prstGeom>
          <a:solidFill>
            <a:schemeClr val="accent2">
              <a:lumMod val="20000"/>
              <a:lumOff val="80000"/>
            </a:schemeClr>
          </a:solidFill>
        </p:spPr>
        <p:txBody>
          <a:bodyPr/>
          <a:lstStyle/>
          <a:p>
            <a:pPr>
              <a:defRPr/>
            </a:pPr>
            <a:endParaRPr lang="ru-RU"/>
          </a:p>
        </p:txBody>
      </p:sp>
      <p:sp>
        <p:nvSpPr>
          <p:cNvPr id="48" name="Рисунок 31"/>
          <p:cNvSpPr>
            <a:spLocks noGrp="1"/>
          </p:cNvSpPr>
          <p:nvPr>
            <p:ph type="pic" sz="quarter" idx="24"/>
          </p:nvPr>
        </p:nvSpPr>
        <p:spPr bwMode="auto">
          <a:xfrm>
            <a:off x="9620407" y="3465513"/>
            <a:ext cx="2251880" cy="2092851"/>
          </a:xfrm>
          <a:prstGeom prst="rect">
            <a:avLst/>
          </a:prstGeom>
          <a:solidFill>
            <a:schemeClr val="accent2">
              <a:lumMod val="20000"/>
              <a:lumOff val="80000"/>
            </a:schemeClr>
          </a:solidFill>
        </p:spPr>
        <p:txBody>
          <a:bodyPr/>
          <a:lstStyle/>
          <a:p>
            <a:pPr>
              <a:defRPr/>
            </a:pPr>
            <a:endParaRPr lang="ru-RU"/>
          </a:p>
        </p:txBody>
      </p:sp>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99" name=""/>
                  <p:cNvPicPr/>
                  <p:nvPr/>
                </p:nvPicPr>
                <p:blipFill>
                  <a:blip/>
                  <a:stretch/>
                </p:blipFill>
                <p:spPr bwMode="auto">
                  <a:xfrm>
                    <a:off x="1959" y="1597"/>
                    <a:ext cx="1953" cy="1587"/>
                  </a:xfrm>
                  <a:prstGeom prst="rect">
                    <a:avLst/>
                  </a:prstGeom>
                </p:spPr>
              </p:pic>
            </p:oleObj>
          </a:graphicData>
        </a:graphic>
      </p:graphicFrame>
      <p:sp>
        <p:nvSpPr>
          <p:cNvPr id="13" name="Subtitle 2"/>
          <p:cNvSpPr>
            <a:spLocks noGrp="1"/>
          </p:cNvSpPr>
          <p:nvPr>
            <p:ph type="subTitle" idx="1" hasCustomPrompt="1"/>
          </p:nvPr>
        </p:nvSpPr>
        <p:spPr bwMode="auto">
          <a:xfrm>
            <a:off x="347661" y="908725"/>
            <a:ext cx="10398685" cy="215444"/>
          </a:xfrm>
          <a:prstGeom prst="rect">
            <a:avLst/>
          </a:prstGeom>
        </p:spPr>
        <p:txBody>
          <a:bodyPr wrap="square"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r>
              <a:rPr lang="en-US"/>
              <a:t> (14 pt )</a:t>
            </a:r>
            <a:endParaRPr lang="ru-RU"/>
          </a:p>
        </p:txBody>
      </p:sp>
      <p:sp>
        <p:nvSpPr>
          <p:cNvPr id="4" name="Заголовок 3"/>
          <p:cNvSpPr>
            <a:spLocks noGrp="1"/>
          </p:cNvSpPr>
          <p:nvPr>
            <p:ph type="title" hasCustomPrompt="1"/>
          </p:nvPr>
        </p:nvSpPr>
        <p:spPr bwMode="auto">
          <a:xfrm>
            <a:off x="347661" y="57633"/>
            <a:ext cx="10398685" cy="738664"/>
          </a:xfrm>
        </p:spPr>
        <p:txBody>
          <a:bodyPr vert="horz"/>
          <a:lstStyle>
            <a:lvl1pPr algn="l" defTabSz="914446">
              <a:lnSpc>
                <a:spcPct val="100000"/>
              </a:lnSpc>
              <a:spcBef>
                <a:spcPts val="0"/>
              </a:spcBef>
              <a:buNone/>
              <a:defRPr lang="ru-RU" sz="2400" b="1">
                <a:solidFill>
                  <a:schemeClr val="accent5"/>
                </a:solidFill>
                <a:latin typeface="+mj-lt"/>
                <a:ea typeface="+mj-ea"/>
                <a:cs typeface="+mj-cs"/>
              </a:defRPr>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8"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2" name="Группа 1"/>
          <p:cNvGrpSpPr/>
          <p:nvPr userDrawn="1"/>
        </p:nvGrpSpPr>
        <p:grpSpPr bwMode="auto">
          <a:xfrm>
            <a:off x="11113862" y="171149"/>
            <a:ext cx="743176" cy="521001"/>
            <a:chOff x="4091278" y="2349598"/>
            <a:chExt cx="3638550" cy="2550793"/>
          </a:xfrm>
          <a:solidFill>
            <a:srgbClr val="365CA7"/>
          </a:solidFill>
        </p:grpSpPr>
        <p:sp>
          <p:nvSpPr>
            <p:cNvPr id="6" name="Полилиния: фигура 5"/>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0" name="Рисунок 56"/>
            <p:cNvGrpSpPr/>
            <p:nvPr/>
          </p:nvGrpSpPr>
          <p:grpSpPr bwMode="auto">
            <a:xfrm>
              <a:off x="4471325" y="3925032"/>
              <a:ext cx="348614" cy="425767"/>
              <a:chOff x="4656772" y="3728084"/>
              <a:chExt cx="348614" cy="425767"/>
            </a:xfrm>
            <a:grpFill/>
          </p:grpSpPr>
          <p:sp>
            <p:nvSpPr>
              <p:cNvPr id="28" name="Полилиния: фигура 27"/>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9" name="Полилиния: фигура 28"/>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1" name="Рисунок 56"/>
            <p:cNvGrpSpPr/>
            <p:nvPr/>
          </p:nvGrpSpPr>
          <p:grpSpPr bwMode="auto">
            <a:xfrm>
              <a:off x="6878293" y="3916460"/>
              <a:ext cx="398144" cy="442912"/>
              <a:chOff x="7063740" y="3719512"/>
              <a:chExt cx="398144" cy="442912"/>
            </a:xfrm>
            <a:grpFill/>
          </p:grpSpPr>
          <p:sp>
            <p:nvSpPr>
              <p:cNvPr id="26" name="Полилиния: фигура 25"/>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2" name="Полилиния: фигура 11"/>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4" name="Рисунок 56"/>
            <p:cNvGrpSpPr/>
            <p:nvPr/>
          </p:nvGrpSpPr>
          <p:grpSpPr bwMode="auto">
            <a:xfrm>
              <a:off x="6013423" y="3925032"/>
              <a:ext cx="364807" cy="425767"/>
              <a:chOff x="6198870" y="3728084"/>
              <a:chExt cx="364807" cy="425767"/>
            </a:xfrm>
            <a:grpFill/>
          </p:grpSpPr>
          <p:sp>
            <p:nvSpPr>
              <p:cNvPr id="24" name="Полилиния: фигура 23"/>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52325" y="3924079"/>
              <a:ext cx="360997" cy="426720"/>
              <a:chOff x="5037772" y="3727132"/>
              <a:chExt cx="360997" cy="426720"/>
            </a:xfrm>
            <a:grpFill/>
          </p:grpSpPr>
          <p:sp>
            <p:nvSpPr>
              <p:cNvPr id="22" name="Полилиния: фигура 21"/>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6" name="Рисунок 56"/>
            <p:cNvGrpSpPr/>
            <p:nvPr/>
          </p:nvGrpSpPr>
          <p:grpSpPr bwMode="auto">
            <a:xfrm>
              <a:off x="7301203" y="3925032"/>
              <a:ext cx="428625" cy="425767"/>
              <a:chOff x="7486650" y="3728084"/>
              <a:chExt cx="428625" cy="425767"/>
            </a:xfrm>
            <a:grpFill/>
          </p:grpSpPr>
          <p:sp>
            <p:nvSpPr>
              <p:cNvPr id="20" name="Полилиния: фигура 19"/>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7" name="Рисунок 56"/>
            <p:cNvGrpSpPr/>
            <p:nvPr/>
          </p:nvGrpSpPr>
          <p:grpSpPr bwMode="auto">
            <a:xfrm>
              <a:off x="4804700" y="2349598"/>
              <a:ext cx="2550795" cy="2550793"/>
              <a:chOff x="4990147" y="2152650"/>
              <a:chExt cx="2550795" cy="2550793"/>
            </a:xfrm>
            <a:grpFill/>
          </p:grpSpPr>
          <p:sp>
            <p:nvSpPr>
              <p:cNvPr id="18" name="Полилиния: фигура 17"/>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30" name="Text Placeholder 6"/>
          <p:cNvSpPr>
            <a:spLocks noGrp="1"/>
          </p:cNvSpPr>
          <p:nvPr>
            <p:ph type="body" sz="quarter" idx="13" hasCustomPrompt="1"/>
          </p:nvPr>
        </p:nvSpPr>
        <p:spPr bwMode="auto">
          <a:xfrm>
            <a:off x="347661" y="2362486"/>
            <a:ext cx="1798636" cy="3946240"/>
          </a:xfrm>
          <a:prstGeom prst="rect">
            <a:avLst/>
          </a:prstGeom>
          <a:ln>
            <a:noFill/>
          </a:ln>
        </p:spPr>
        <p:txBody>
          <a:bodyPr lIns="0" tIns="0" rIns="0" bIns="0">
            <a:noAutofit/>
          </a:bodyPr>
          <a:lstStyle>
            <a:lvl1pPr marL="0" marR="0" indent="0" algn="l" defTabSz="914446">
              <a:lnSpc>
                <a:spcPct val="100000"/>
              </a:lnSpc>
              <a:spcBef>
                <a:spcPts val="0"/>
              </a:spcBef>
              <a:spcAft>
                <a:spcPts val="0"/>
              </a:spcAft>
              <a:buClr>
                <a:schemeClr val="accent4"/>
              </a:buClr>
              <a:buSzTx/>
              <a:buFont typeface="Wingdings"/>
              <a:buNone/>
              <a:defRPr lang="ru-RU" sz="1200">
                <a:solidFill>
                  <a:schemeClr val="tx2"/>
                </a:solidFill>
                <a:latin typeface="+mn-lt"/>
                <a:ea typeface="+mn-ea"/>
                <a:cs typeface="+mn-cs"/>
              </a:defRPr>
            </a:lvl1pPr>
            <a:lvl2pPr marL="144000" indent="-144000">
              <a:buClr>
                <a:schemeClr val="accent5"/>
              </a:buClr>
              <a:buFont typeface="Wingdings"/>
              <a:buChar char="§"/>
              <a:defRPr>
                <a:solidFill>
                  <a:schemeClr val="tx2"/>
                </a:solidFill>
              </a:defRPr>
            </a:lvl2pPr>
            <a:lvl3pPr>
              <a:buClr>
                <a:schemeClr val="accent5"/>
              </a:buClr>
              <a:defRPr>
                <a:solidFill>
                  <a:schemeClr val="tx2"/>
                </a:solidFill>
              </a:defRPr>
            </a:lvl3pPr>
            <a:lvl4pPr>
              <a:buClr>
                <a:schemeClr val="accent5"/>
              </a:buClr>
              <a:defRPr>
                <a:solidFill>
                  <a:schemeClr val="tx2"/>
                </a:solidFill>
              </a:defRPr>
            </a:lvl4pPr>
            <a:lvl5pPr>
              <a:buClr>
                <a:schemeClr val="accent5"/>
              </a:buClr>
              <a:defRPr>
                <a:solidFill>
                  <a:schemeClr val="tx2"/>
                </a:solidFill>
              </a:defRPr>
            </a:lvl5pPr>
          </a:lstStyle>
          <a:p>
            <a:pPr lvl="0">
              <a:defRPr/>
            </a:pPr>
            <a:r>
              <a:rPr lang="ru-RU"/>
              <a:t>В данное поле необходимо добавить текст.</a:t>
            </a:r>
            <a:endParaRPr/>
          </a:p>
        </p:txBody>
      </p:sp>
      <p:sp>
        <p:nvSpPr>
          <p:cNvPr id="43" name="Текст 42"/>
          <p:cNvSpPr>
            <a:spLocks noGrp="1"/>
          </p:cNvSpPr>
          <p:nvPr>
            <p:ph type="body" sz="quarter" idx="19" hasCustomPrompt="1"/>
          </p:nvPr>
        </p:nvSpPr>
        <p:spPr bwMode="auto">
          <a:xfrm>
            <a:off x="347661" y="1268413"/>
            <a:ext cx="1798636" cy="573087"/>
          </a:xfrm>
          <a:prstGeom prst="rect">
            <a:avLst/>
          </a:prstGeom>
        </p:spPr>
        <p:txBody>
          <a:bodyPr lIns="0" tIns="0" rIns="0" bIns="0"/>
          <a:lstStyle>
            <a:lvl1pPr>
              <a:defRPr sz="1600" b="1">
                <a:solidFill>
                  <a:schemeClr val="accent5"/>
                </a:solidFill>
              </a:defRPr>
            </a:lvl1pPr>
            <a:lvl2pPr>
              <a:defRPr sz="1600" b="1">
                <a:solidFill>
                  <a:schemeClr val="accent5"/>
                </a:solidFill>
              </a:defRPr>
            </a:lvl2pPr>
            <a:lvl3pPr>
              <a:defRPr sz="1600" b="1">
                <a:solidFill>
                  <a:schemeClr val="accent5"/>
                </a:solidFill>
              </a:defRPr>
            </a:lvl3pPr>
            <a:lvl4pPr>
              <a:defRPr sz="1600" b="1">
                <a:solidFill>
                  <a:schemeClr val="accent5"/>
                </a:solidFill>
              </a:defRPr>
            </a:lvl4pPr>
            <a:lvl5pPr>
              <a:defRPr sz="1600" b="1">
                <a:solidFill>
                  <a:schemeClr val="accent5"/>
                </a:solidFill>
              </a:defRPr>
            </a:lvl5pPr>
          </a:lstStyle>
          <a:p>
            <a:pPr lvl="0">
              <a:defRPr/>
            </a:pPr>
            <a:r>
              <a:rPr lang="ru-RU"/>
              <a:t>Заголовок может быть набран в три или четыре строки (14 </a:t>
            </a:r>
            <a:r>
              <a:rPr lang="ru-RU"/>
              <a:t>pt</a:t>
            </a:r>
            <a:r>
              <a:rPr lang="ru-RU"/>
              <a: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Базовый слайд с диаграммой">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100" name=""/>
                  <p:cNvPicPr/>
                  <p:nvPr/>
                </p:nvPicPr>
                <p:blipFill>
                  <a:blip/>
                  <a:stretch/>
                </p:blipFill>
                <p:spPr bwMode="auto">
                  <a:xfrm>
                    <a:off x="1959" y="1597"/>
                    <a:ext cx="1953" cy="1587"/>
                  </a:xfrm>
                  <a:prstGeom prst="rect">
                    <a:avLst/>
                  </a:prstGeom>
                </p:spPr>
              </p:pic>
            </p:oleObj>
          </a:graphicData>
        </a:graphic>
      </p:graphicFrame>
      <p:sp>
        <p:nvSpPr>
          <p:cNvPr id="13" name="Subtitle 2"/>
          <p:cNvSpPr>
            <a:spLocks noGrp="1"/>
          </p:cNvSpPr>
          <p:nvPr>
            <p:ph type="subTitle" idx="1" hasCustomPrompt="1"/>
          </p:nvPr>
        </p:nvSpPr>
        <p:spPr bwMode="auto">
          <a:xfrm>
            <a:off x="347661" y="908725"/>
            <a:ext cx="10398685" cy="215444"/>
          </a:xfrm>
          <a:prstGeom prst="rect">
            <a:avLst/>
          </a:prstGeom>
        </p:spPr>
        <p:txBody>
          <a:bodyPr wrap="square"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r>
              <a:rPr lang="en-US"/>
              <a:t> (14 pt )</a:t>
            </a:r>
            <a:endParaRPr lang="ru-RU"/>
          </a:p>
        </p:txBody>
      </p:sp>
      <p:sp>
        <p:nvSpPr>
          <p:cNvPr id="4" name="Заголовок 3"/>
          <p:cNvSpPr>
            <a:spLocks noGrp="1"/>
          </p:cNvSpPr>
          <p:nvPr>
            <p:ph type="title" hasCustomPrompt="1"/>
          </p:nvPr>
        </p:nvSpPr>
        <p:spPr bwMode="auto">
          <a:xfrm>
            <a:off x="347661" y="57633"/>
            <a:ext cx="10398685" cy="738664"/>
          </a:xfrm>
        </p:spPr>
        <p:txBody>
          <a:bodyPr vert="horz"/>
          <a:lstStyle>
            <a:lvl1pPr algn="l" defTabSz="914446">
              <a:lnSpc>
                <a:spcPct val="100000"/>
              </a:lnSpc>
              <a:spcBef>
                <a:spcPts val="0"/>
              </a:spcBef>
              <a:buNone/>
              <a:defRPr lang="ru-RU" sz="2400" b="1">
                <a:solidFill>
                  <a:schemeClr val="accent5"/>
                </a:solidFill>
                <a:latin typeface="+mj-lt"/>
                <a:ea typeface="+mj-ea"/>
                <a:cs typeface="+mj-cs"/>
              </a:defRPr>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8"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7</a:t>
            </a:fld>
            <a:endParaRPr lang="ru-RU" sz="1000" b="0" i="0" u="none" strike="noStrike" cap="none" spc="0">
              <a:ln>
                <a:noFill/>
              </a:ln>
              <a:solidFill>
                <a:schemeClr val="accent5"/>
              </a:solidFill>
              <a:latin typeface="DIN Pro Regular"/>
              <a:ea typeface="Arial"/>
              <a:cs typeface="Aria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2" name="Группа 1"/>
          <p:cNvGrpSpPr/>
          <p:nvPr userDrawn="1"/>
        </p:nvGrpSpPr>
        <p:grpSpPr bwMode="auto">
          <a:xfrm>
            <a:off x="11113862" y="171149"/>
            <a:ext cx="743176" cy="521001"/>
            <a:chOff x="4091278" y="2349598"/>
            <a:chExt cx="3638550" cy="2550793"/>
          </a:xfrm>
          <a:solidFill>
            <a:srgbClr val="365CA7"/>
          </a:solidFill>
        </p:grpSpPr>
        <p:sp>
          <p:nvSpPr>
            <p:cNvPr id="6" name="Полилиния: фигура 5"/>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0" name="Рисунок 56"/>
            <p:cNvGrpSpPr/>
            <p:nvPr/>
          </p:nvGrpSpPr>
          <p:grpSpPr bwMode="auto">
            <a:xfrm>
              <a:off x="4471325" y="3925032"/>
              <a:ext cx="348614" cy="425767"/>
              <a:chOff x="4656772" y="3728084"/>
              <a:chExt cx="348614" cy="425767"/>
            </a:xfrm>
            <a:grpFill/>
          </p:grpSpPr>
          <p:sp>
            <p:nvSpPr>
              <p:cNvPr id="28" name="Полилиния: фигура 27"/>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9" name="Полилиния: фигура 28"/>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1" name="Рисунок 56"/>
            <p:cNvGrpSpPr/>
            <p:nvPr/>
          </p:nvGrpSpPr>
          <p:grpSpPr bwMode="auto">
            <a:xfrm>
              <a:off x="6878293" y="3916460"/>
              <a:ext cx="398144" cy="442912"/>
              <a:chOff x="7063740" y="3719512"/>
              <a:chExt cx="398144" cy="442912"/>
            </a:xfrm>
            <a:grpFill/>
          </p:grpSpPr>
          <p:sp>
            <p:nvSpPr>
              <p:cNvPr id="26" name="Полилиния: фигура 25"/>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2" name="Полилиния: фигура 11"/>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4" name="Рисунок 56"/>
            <p:cNvGrpSpPr/>
            <p:nvPr/>
          </p:nvGrpSpPr>
          <p:grpSpPr bwMode="auto">
            <a:xfrm>
              <a:off x="6013423" y="3925032"/>
              <a:ext cx="364807" cy="425767"/>
              <a:chOff x="6198870" y="3728084"/>
              <a:chExt cx="364807" cy="425767"/>
            </a:xfrm>
            <a:grpFill/>
          </p:grpSpPr>
          <p:sp>
            <p:nvSpPr>
              <p:cNvPr id="24" name="Полилиния: фигура 23"/>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52325" y="3924079"/>
              <a:ext cx="360997" cy="426720"/>
              <a:chOff x="5037772" y="3727132"/>
              <a:chExt cx="360997" cy="426720"/>
            </a:xfrm>
            <a:grpFill/>
          </p:grpSpPr>
          <p:sp>
            <p:nvSpPr>
              <p:cNvPr id="22" name="Полилиния: фигура 21"/>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6" name="Рисунок 56"/>
            <p:cNvGrpSpPr/>
            <p:nvPr/>
          </p:nvGrpSpPr>
          <p:grpSpPr bwMode="auto">
            <a:xfrm>
              <a:off x="7301203" y="3925032"/>
              <a:ext cx="428625" cy="425767"/>
              <a:chOff x="7486650" y="3728084"/>
              <a:chExt cx="428625" cy="425767"/>
            </a:xfrm>
            <a:grpFill/>
          </p:grpSpPr>
          <p:sp>
            <p:nvSpPr>
              <p:cNvPr id="20" name="Полилиния: фигура 19"/>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7" name="Рисунок 56"/>
            <p:cNvGrpSpPr/>
            <p:nvPr/>
          </p:nvGrpSpPr>
          <p:grpSpPr bwMode="auto">
            <a:xfrm>
              <a:off x="4804700" y="2349598"/>
              <a:ext cx="2550795" cy="2550793"/>
              <a:chOff x="4990147" y="2152650"/>
              <a:chExt cx="2550795" cy="2550793"/>
            </a:xfrm>
            <a:grpFill/>
          </p:grpSpPr>
          <p:sp>
            <p:nvSpPr>
              <p:cNvPr id="18" name="Полилиния: фигура 17"/>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43" name="Текст 42"/>
          <p:cNvSpPr>
            <a:spLocks noGrp="1"/>
          </p:cNvSpPr>
          <p:nvPr>
            <p:ph type="body" sz="quarter" idx="19" hasCustomPrompt="1"/>
          </p:nvPr>
        </p:nvSpPr>
        <p:spPr bwMode="auto">
          <a:xfrm>
            <a:off x="500062" y="1334591"/>
            <a:ext cx="3297236" cy="573087"/>
          </a:xfrm>
          <a:prstGeom prst="rect">
            <a:avLst/>
          </a:prstGeom>
        </p:spPr>
        <p:txBody>
          <a:bodyPr lIns="0" tIns="0" rIns="0" bIns="0"/>
          <a:lstStyle>
            <a:lvl1pPr>
              <a:defRPr sz="1600" b="1">
                <a:solidFill>
                  <a:schemeClr val="accent5"/>
                </a:solidFill>
              </a:defRPr>
            </a:lvl1pPr>
            <a:lvl2pPr>
              <a:defRPr sz="1600" b="1">
                <a:solidFill>
                  <a:schemeClr val="accent5"/>
                </a:solidFill>
              </a:defRPr>
            </a:lvl2pPr>
            <a:lvl3pPr>
              <a:defRPr sz="1600" b="1">
                <a:solidFill>
                  <a:schemeClr val="accent5"/>
                </a:solidFill>
              </a:defRPr>
            </a:lvl3pPr>
            <a:lvl4pPr>
              <a:defRPr sz="1600" b="1">
                <a:solidFill>
                  <a:schemeClr val="accent5"/>
                </a:solidFill>
              </a:defRPr>
            </a:lvl4pPr>
            <a:lvl5pPr>
              <a:defRPr sz="1600" b="1">
                <a:solidFill>
                  <a:schemeClr val="accent5"/>
                </a:solidFill>
              </a:defRPr>
            </a:lvl5pPr>
          </a:lstStyle>
          <a:p>
            <a:pPr lvl="0">
              <a:defRPr/>
            </a:pPr>
            <a:r>
              <a:rPr lang="ru-RU"/>
              <a:t>Заголовок может быть набран</a:t>
            </a:r>
            <a:br>
              <a:rPr lang="ru-RU"/>
            </a:br>
            <a:r>
              <a:rPr lang="ru-RU"/>
              <a:t>в две или три строки (14 </a:t>
            </a:r>
            <a:r>
              <a:rPr lang="ru-RU"/>
              <a:t>pt</a:t>
            </a:r>
            <a:r>
              <a:rPr lang="ru-RU"/>
              <a:t>)</a:t>
            </a:r>
            <a:endParaRPr/>
          </a:p>
        </p:txBody>
      </p:sp>
      <p:sp>
        <p:nvSpPr>
          <p:cNvPr id="33" name="Диаграмма 32"/>
          <p:cNvSpPr>
            <a:spLocks noGrp="1"/>
          </p:cNvSpPr>
          <p:nvPr>
            <p:ph type="chart" sz="quarter" idx="20"/>
          </p:nvPr>
        </p:nvSpPr>
        <p:spPr bwMode="auto">
          <a:xfrm>
            <a:off x="487364" y="2171699"/>
            <a:ext cx="3297236" cy="4000501"/>
          </a:xfrm>
          <a:prstGeom prst="rect">
            <a:avLst/>
          </a:prstGeom>
        </p:spPr>
        <p:txBody>
          <a:bodyPr/>
          <a:lstStyle/>
          <a:p>
            <a:pPr>
              <a:defRPr/>
            </a:pPr>
            <a:endParaRPr lang="ru-RU"/>
          </a:p>
        </p:txBody>
      </p:sp>
      <p:sp>
        <p:nvSpPr>
          <p:cNvPr id="42" name="Текст 42"/>
          <p:cNvSpPr>
            <a:spLocks noGrp="1"/>
          </p:cNvSpPr>
          <p:nvPr>
            <p:ph type="body" sz="quarter" idx="21" hasCustomPrompt="1"/>
          </p:nvPr>
        </p:nvSpPr>
        <p:spPr bwMode="auto">
          <a:xfrm>
            <a:off x="4462459" y="1334591"/>
            <a:ext cx="3322640" cy="573087"/>
          </a:xfrm>
          <a:prstGeom prst="rect">
            <a:avLst/>
          </a:prstGeom>
        </p:spPr>
        <p:txBody>
          <a:bodyPr lIns="0" tIns="0" rIns="0" bIns="0"/>
          <a:lstStyle>
            <a:lvl1pPr>
              <a:defRPr sz="1600" b="1">
                <a:solidFill>
                  <a:schemeClr val="accent5"/>
                </a:solidFill>
              </a:defRPr>
            </a:lvl1pPr>
            <a:lvl2pPr>
              <a:defRPr sz="1600" b="1">
                <a:solidFill>
                  <a:schemeClr val="accent5"/>
                </a:solidFill>
              </a:defRPr>
            </a:lvl2pPr>
            <a:lvl3pPr>
              <a:defRPr sz="1600" b="1">
                <a:solidFill>
                  <a:schemeClr val="accent5"/>
                </a:solidFill>
              </a:defRPr>
            </a:lvl3pPr>
            <a:lvl4pPr>
              <a:defRPr sz="1600" b="1">
                <a:solidFill>
                  <a:schemeClr val="accent5"/>
                </a:solidFill>
              </a:defRPr>
            </a:lvl4pPr>
            <a:lvl5pPr>
              <a:defRPr sz="1600" b="1">
                <a:solidFill>
                  <a:schemeClr val="accent5"/>
                </a:solidFill>
              </a:defRPr>
            </a:lvl5pPr>
          </a:lstStyle>
          <a:p>
            <a:pPr lvl="0">
              <a:defRPr/>
            </a:pPr>
            <a:r>
              <a:rPr lang="ru-RU"/>
              <a:t>Заголовок может быть набран</a:t>
            </a:r>
            <a:br>
              <a:rPr lang="ru-RU"/>
            </a:br>
            <a:r>
              <a:rPr lang="ru-RU"/>
              <a:t>в две или три строки (14 </a:t>
            </a:r>
            <a:r>
              <a:rPr lang="ru-RU"/>
              <a:t>pt</a:t>
            </a:r>
            <a:r>
              <a:rPr lang="ru-RU"/>
              <a:t>)</a:t>
            </a:r>
            <a:endParaRPr/>
          </a:p>
        </p:txBody>
      </p:sp>
      <p:sp>
        <p:nvSpPr>
          <p:cNvPr id="44" name="Диаграмма 32"/>
          <p:cNvSpPr>
            <a:spLocks noGrp="1"/>
          </p:cNvSpPr>
          <p:nvPr>
            <p:ph type="chart" sz="quarter" idx="22"/>
          </p:nvPr>
        </p:nvSpPr>
        <p:spPr bwMode="auto">
          <a:xfrm>
            <a:off x="4449761" y="2171699"/>
            <a:ext cx="3322640" cy="4000501"/>
          </a:xfrm>
          <a:prstGeom prst="rect">
            <a:avLst/>
          </a:prstGeom>
        </p:spPr>
        <p:txBody>
          <a:bodyPr/>
          <a:lstStyle/>
          <a:p>
            <a:pPr>
              <a:defRPr/>
            </a:pPr>
            <a:endParaRPr lang="ru-RU"/>
          </a:p>
        </p:txBody>
      </p:sp>
      <p:sp>
        <p:nvSpPr>
          <p:cNvPr id="45" name="Текст 42"/>
          <p:cNvSpPr>
            <a:spLocks noGrp="1"/>
          </p:cNvSpPr>
          <p:nvPr>
            <p:ph type="body" sz="quarter" idx="23" hasCustomPrompt="1"/>
          </p:nvPr>
        </p:nvSpPr>
        <p:spPr bwMode="auto">
          <a:xfrm>
            <a:off x="8412159" y="1334591"/>
            <a:ext cx="3348042" cy="573087"/>
          </a:xfrm>
          <a:prstGeom prst="rect">
            <a:avLst/>
          </a:prstGeom>
        </p:spPr>
        <p:txBody>
          <a:bodyPr lIns="0" tIns="0" rIns="0" bIns="0"/>
          <a:lstStyle>
            <a:lvl1pPr>
              <a:defRPr sz="1600" b="1">
                <a:solidFill>
                  <a:schemeClr val="accent5"/>
                </a:solidFill>
              </a:defRPr>
            </a:lvl1pPr>
            <a:lvl2pPr>
              <a:defRPr sz="1600" b="1">
                <a:solidFill>
                  <a:schemeClr val="accent5"/>
                </a:solidFill>
              </a:defRPr>
            </a:lvl2pPr>
            <a:lvl3pPr>
              <a:defRPr sz="1600" b="1">
                <a:solidFill>
                  <a:schemeClr val="accent5"/>
                </a:solidFill>
              </a:defRPr>
            </a:lvl3pPr>
            <a:lvl4pPr>
              <a:defRPr sz="1600" b="1">
                <a:solidFill>
                  <a:schemeClr val="accent5"/>
                </a:solidFill>
              </a:defRPr>
            </a:lvl4pPr>
            <a:lvl5pPr>
              <a:defRPr sz="1600" b="1">
                <a:solidFill>
                  <a:schemeClr val="accent5"/>
                </a:solidFill>
              </a:defRPr>
            </a:lvl5pPr>
          </a:lstStyle>
          <a:p>
            <a:pPr lvl="0">
              <a:defRPr/>
            </a:pPr>
            <a:r>
              <a:rPr lang="ru-RU"/>
              <a:t>Заголовок может быть набран</a:t>
            </a:r>
            <a:br>
              <a:rPr lang="ru-RU"/>
            </a:br>
            <a:r>
              <a:rPr lang="ru-RU"/>
              <a:t>в две или три строки (14 </a:t>
            </a:r>
            <a:r>
              <a:rPr lang="ru-RU"/>
              <a:t>pt</a:t>
            </a:r>
            <a:r>
              <a:rPr lang="ru-RU"/>
              <a:t>)</a:t>
            </a:r>
            <a:endParaRPr/>
          </a:p>
        </p:txBody>
      </p:sp>
      <p:sp>
        <p:nvSpPr>
          <p:cNvPr id="46" name="Диаграмма 32"/>
          <p:cNvSpPr>
            <a:spLocks noGrp="1"/>
          </p:cNvSpPr>
          <p:nvPr>
            <p:ph type="chart" sz="quarter" idx="24"/>
          </p:nvPr>
        </p:nvSpPr>
        <p:spPr bwMode="auto">
          <a:xfrm>
            <a:off x="8399461" y="2171699"/>
            <a:ext cx="3348042" cy="4000501"/>
          </a:xfrm>
          <a:prstGeom prst="rect">
            <a:avLst/>
          </a:prstGeom>
        </p:spPr>
        <p:txBody>
          <a:bodyPr/>
          <a:lstStyle/>
          <a:p>
            <a:pPr>
              <a:defRPr/>
            </a:pP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1_Базовый слайд с подзаголовком">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101" name=""/>
                  <p:cNvPicPr/>
                  <p:nvPr/>
                </p:nvPicPr>
                <p:blipFill>
                  <a:blip/>
                  <a:stretch/>
                </p:blipFill>
                <p:spPr bwMode="auto">
                  <a:xfrm>
                    <a:off x="1959" y="1597"/>
                    <a:ext cx="1953" cy="1587"/>
                  </a:xfrm>
                  <a:prstGeom prst="rect">
                    <a:avLst/>
                  </a:prstGeom>
                </p:spPr>
              </p:pic>
            </p:oleObj>
          </a:graphicData>
        </a:graphic>
      </p:graphicFrame>
      <p:sp>
        <p:nvSpPr>
          <p:cNvPr id="13" name="Subtitle 2"/>
          <p:cNvSpPr>
            <a:spLocks noGrp="1"/>
          </p:cNvSpPr>
          <p:nvPr>
            <p:ph type="subTitle" idx="1" hasCustomPrompt="1"/>
          </p:nvPr>
        </p:nvSpPr>
        <p:spPr bwMode="auto">
          <a:xfrm>
            <a:off x="336000" y="908725"/>
            <a:ext cx="10130208" cy="215444"/>
          </a:xfrm>
          <a:prstGeom prst="rect">
            <a:avLst/>
          </a:prstGeom>
        </p:spPr>
        <p:txBody>
          <a:bodyPr wrap="square"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r>
              <a:rPr lang="en-US"/>
              <a:t> (14 pt )</a:t>
            </a:r>
            <a:endParaRPr lang="ru-RU"/>
          </a:p>
        </p:txBody>
      </p:sp>
      <p:sp>
        <p:nvSpPr>
          <p:cNvPr id="4" name="Заголовок 3"/>
          <p:cNvSpPr>
            <a:spLocks noGrp="1"/>
          </p:cNvSpPr>
          <p:nvPr>
            <p:ph type="title" hasCustomPrompt="1"/>
          </p:nvPr>
        </p:nvSpPr>
        <p:spPr bwMode="auto">
          <a:xfrm>
            <a:off x="336000" y="69549"/>
            <a:ext cx="10130208" cy="738664"/>
          </a:xfrm>
        </p:spPr>
        <p:txBody>
          <a:bodyPr vert="horz" tIns="0">
            <a:noAutofit/>
          </a:bodyPr>
          <a:lstStyle>
            <a:lvl1pPr>
              <a:defRPr b="1"/>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8"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2" name="Группа 1"/>
          <p:cNvGrpSpPr/>
          <p:nvPr userDrawn="1"/>
        </p:nvGrpSpPr>
        <p:grpSpPr bwMode="auto">
          <a:xfrm>
            <a:off x="11113862" y="171149"/>
            <a:ext cx="743176" cy="521001"/>
            <a:chOff x="4091278" y="2349598"/>
            <a:chExt cx="3638550" cy="2550793"/>
          </a:xfrm>
          <a:solidFill>
            <a:srgbClr val="365CA7"/>
          </a:solidFill>
        </p:grpSpPr>
        <p:sp>
          <p:nvSpPr>
            <p:cNvPr id="6" name="Полилиния: фигура 5"/>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0" name="Рисунок 56"/>
            <p:cNvGrpSpPr/>
            <p:nvPr/>
          </p:nvGrpSpPr>
          <p:grpSpPr bwMode="auto">
            <a:xfrm>
              <a:off x="4471325" y="3925032"/>
              <a:ext cx="348614" cy="425767"/>
              <a:chOff x="4656772" y="3728084"/>
              <a:chExt cx="348614" cy="425767"/>
            </a:xfrm>
            <a:grpFill/>
          </p:grpSpPr>
          <p:sp>
            <p:nvSpPr>
              <p:cNvPr id="28" name="Полилиния: фигура 27"/>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9" name="Полилиния: фигура 28"/>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1" name="Рисунок 56"/>
            <p:cNvGrpSpPr/>
            <p:nvPr/>
          </p:nvGrpSpPr>
          <p:grpSpPr bwMode="auto">
            <a:xfrm>
              <a:off x="6878293" y="3916460"/>
              <a:ext cx="398144" cy="442912"/>
              <a:chOff x="7063740" y="3719512"/>
              <a:chExt cx="398144" cy="442912"/>
            </a:xfrm>
            <a:grpFill/>
          </p:grpSpPr>
          <p:sp>
            <p:nvSpPr>
              <p:cNvPr id="26" name="Полилиния: фигура 25"/>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2" name="Полилиния: фигура 11"/>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4" name="Рисунок 56"/>
            <p:cNvGrpSpPr/>
            <p:nvPr/>
          </p:nvGrpSpPr>
          <p:grpSpPr bwMode="auto">
            <a:xfrm>
              <a:off x="6013423" y="3925032"/>
              <a:ext cx="364807" cy="425767"/>
              <a:chOff x="6198870" y="3728084"/>
              <a:chExt cx="364807" cy="425767"/>
            </a:xfrm>
            <a:grpFill/>
          </p:grpSpPr>
          <p:sp>
            <p:nvSpPr>
              <p:cNvPr id="24" name="Полилиния: фигура 23"/>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4852325" y="3924079"/>
              <a:ext cx="360997" cy="426720"/>
              <a:chOff x="5037772" y="3727132"/>
              <a:chExt cx="360997" cy="426720"/>
            </a:xfrm>
            <a:grpFill/>
          </p:grpSpPr>
          <p:sp>
            <p:nvSpPr>
              <p:cNvPr id="22" name="Полилиния: фигура 21"/>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6" name="Рисунок 56"/>
            <p:cNvGrpSpPr/>
            <p:nvPr/>
          </p:nvGrpSpPr>
          <p:grpSpPr bwMode="auto">
            <a:xfrm>
              <a:off x="7301203" y="3925032"/>
              <a:ext cx="428625" cy="425767"/>
              <a:chOff x="7486650" y="3728084"/>
              <a:chExt cx="428625" cy="425767"/>
            </a:xfrm>
            <a:grpFill/>
          </p:grpSpPr>
          <p:sp>
            <p:nvSpPr>
              <p:cNvPr id="20" name="Полилиния: фигура 19"/>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1" name="Полилиния: фигура 20"/>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7" name="Рисунок 56"/>
            <p:cNvGrpSpPr/>
            <p:nvPr/>
          </p:nvGrpSpPr>
          <p:grpSpPr bwMode="auto">
            <a:xfrm>
              <a:off x="4804700" y="2349598"/>
              <a:ext cx="2550795" cy="2550793"/>
              <a:chOff x="4990147" y="2152650"/>
              <a:chExt cx="2550795" cy="2550793"/>
            </a:xfrm>
            <a:grpFill/>
          </p:grpSpPr>
          <p:sp>
            <p:nvSpPr>
              <p:cNvPr id="18" name="Полилиния: фигура 17"/>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9" name="Полилиния: фигура 18"/>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30" name="Text Placeholder 6"/>
          <p:cNvSpPr>
            <a:spLocks noGrp="1"/>
          </p:cNvSpPr>
          <p:nvPr>
            <p:ph type="body" sz="quarter" idx="13" hasCustomPrompt="1"/>
          </p:nvPr>
        </p:nvSpPr>
        <p:spPr bwMode="auto">
          <a:xfrm>
            <a:off x="335756" y="1268724"/>
            <a:ext cx="11520488" cy="5040000"/>
          </a:xfrm>
          <a:prstGeom prst="rect">
            <a:avLst/>
          </a:prstGeom>
          <a:ln>
            <a:noFill/>
          </a:ln>
        </p:spPr>
        <p:txBody>
          <a:bodyPr lIns="0" tIns="0" rIns="0" bIns="0">
            <a:noAutofit/>
          </a:bodyPr>
          <a:lstStyle>
            <a:lvl1pPr>
              <a:defRPr>
                <a:solidFill>
                  <a:schemeClr val="tx2"/>
                </a:solidFill>
              </a:defRPr>
            </a:lvl1pPr>
            <a:lvl2pPr marL="144000" indent="-144000">
              <a:buClr>
                <a:schemeClr val="accent5"/>
              </a:buClr>
              <a:buFont typeface="Wingdings"/>
              <a:buChar char="§"/>
              <a:defRPr>
                <a:solidFill>
                  <a:schemeClr val="tx2"/>
                </a:solidFill>
              </a:defRPr>
            </a:lvl2pPr>
            <a:lvl3pPr>
              <a:buClr>
                <a:schemeClr val="accent5"/>
              </a:buClr>
              <a:defRPr>
                <a:solidFill>
                  <a:schemeClr val="tx2"/>
                </a:solidFill>
              </a:defRPr>
            </a:lvl3pPr>
            <a:lvl4pPr>
              <a:buClr>
                <a:schemeClr val="accent5"/>
              </a:buClr>
              <a:defRPr>
                <a:solidFill>
                  <a:schemeClr val="tx2"/>
                </a:solidFill>
              </a:defRPr>
            </a:lvl4pPr>
            <a:lvl5pPr>
              <a:buClr>
                <a:schemeClr val="accent5"/>
              </a:buClr>
              <a:defRPr>
                <a:solidFill>
                  <a:schemeClr val="tx2"/>
                </a:solidFill>
              </a:defRPr>
            </a:lvl5pPr>
          </a:lstStyle>
          <a:p>
            <a:pPr lvl="0">
              <a:defRPr/>
            </a:pPr>
            <a:r>
              <a:rPr lang="ru-RU"/>
              <a:t>В данное поле необходимо добавить текст.</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Слайд-резюме">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102" name=""/>
                  <p:cNvPicPr/>
                  <p:nvPr/>
                </p:nvPicPr>
                <p:blipFill>
                  <a:blip/>
                  <a:stretch/>
                </p:blipFill>
                <p:spPr bwMode="auto">
                  <a:xfrm>
                    <a:off x="1959" y="1597"/>
                    <a:ext cx="1953" cy="1587"/>
                  </a:xfrm>
                  <a:prstGeom prst="rect">
                    <a:avLst/>
                  </a:prstGeom>
                </p:spPr>
              </p:pic>
            </p:oleObj>
          </a:graphicData>
        </a:graphic>
      </p:graphicFrame>
      <p:sp>
        <p:nvSpPr>
          <p:cNvPr id="22" name="Text Placeholder 6"/>
          <p:cNvSpPr>
            <a:spLocks noGrp="1"/>
          </p:cNvSpPr>
          <p:nvPr>
            <p:ph type="body" sz="quarter" idx="13" hasCustomPrompt="1"/>
          </p:nvPr>
        </p:nvSpPr>
        <p:spPr bwMode="auto">
          <a:xfrm>
            <a:off x="335756" y="1268724"/>
            <a:ext cx="11520488" cy="5040000"/>
          </a:xfrm>
          <a:prstGeom prst="rect">
            <a:avLst/>
          </a:prstGeom>
          <a:ln>
            <a:noFill/>
          </a:ln>
        </p:spPr>
        <p:txBody>
          <a:bodyPr lIns="0" tIns="0" rIns="0" bIns="0">
            <a:noAutofit/>
          </a:bodyPr>
          <a:lstStyle>
            <a:lvl1pPr>
              <a:defRPr>
                <a:solidFill>
                  <a:schemeClr val="tx2"/>
                </a:solidFill>
              </a:defRPr>
            </a:lvl1pPr>
            <a:lvl2pPr marL="144000" indent="-144000">
              <a:buClr>
                <a:schemeClr val="accent5"/>
              </a:buClr>
              <a:buFont typeface="Wingdings"/>
              <a:buChar char="§"/>
              <a:defRPr>
                <a:solidFill>
                  <a:schemeClr val="tx2"/>
                </a:solidFill>
              </a:defRPr>
            </a:lvl2pPr>
            <a:lvl3pPr>
              <a:buClr>
                <a:schemeClr val="accent5"/>
              </a:buClr>
              <a:defRPr>
                <a:solidFill>
                  <a:schemeClr val="tx2"/>
                </a:solidFill>
              </a:defRPr>
            </a:lvl3pPr>
            <a:lvl4pPr>
              <a:buClr>
                <a:schemeClr val="accent5"/>
              </a:buClr>
              <a:defRPr>
                <a:solidFill>
                  <a:schemeClr val="tx2"/>
                </a:solidFill>
              </a:defRPr>
            </a:lvl4pPr>
            <a:lvl5pPr>
              <a:buClr>
                <a:schemeClr val="accent5"/>
              </a:buClr>
              <a:defRPr>
                <a:solidFill>
                  <a:schemeClr val="tx2"/>
                </a:solidFill>
              </a:defRPr>
            </a:lvl5pPr>
          </a:lstStyle>
          <a:p>
            <a:pPr lvl="0">
              <a:defRPr/>
            </a:pPr>
            <a:r>
              <a:rPr lang="ru-RU"/>
              <a:t>В данное поле необходимо добавить текст.</a:t>
            </a:r>
            <a:endParaRPr/>
          </a:p>
        </p:txBody>
      </p:sp>
      <p:sp>
        <p:nvSpPr>
          <p:cNvPr id="10" name="Subtitle 2"/>
          <p:cNvSpPr>
            <a:spLocks noGrp="1"/>
          </p:cNvSpPr>
          <p:nvPr>
            <p:ph type="subTitle" idx="1" hasCustomPrompt="1"/>
          </p:nvPr>
        </p:nvSpPr>
        <p:spPr bwMode="auto">
          <a:xfrm>
            <a:off x="335999" y="908725"/>
            <a:ext cx="10356275" cy="215444"/>
          </a:xfrm>
          <a:prstGeom prst="rect">
            <a:avLst/>
          </a:prstGeom>
        </p:spPr>
        <p:txBody>
          <a:bodyPr wrap="square"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r>
              <a:rPr lang="en-US"/>
              <a:t> (14 pt )</a:t>
            </a:r>
            <a:endParaRPr lang="ru-RU"/>
          </a:p>
        </p:txBody>
      </p:sp>
      <p:sp>
        <p:nvSpPr>
          <p:cNvPr id="4" name="Заголовок 3"/>
          <p:cNvSpPr>
            <a:spLocks noGrp="1"/>
          </p:cNvSpPr>
          <p:nvPr>
            <p:ph type="title" hasCustomPrompt="1"/>
          </p:nvPr>
        </p:nvSpPr>
        <p:spPr bwMode="auto">
          <a:xfrm>
            <a:off x="335999" y="62211"/>
            <a:ext cx="10356275" cy="738664"/>
          </a:xfrm>
        </p:spPr>
        <p:txBody>
          <a:bodyPr vert="horz"/>
          <a:lstStyle>
            <a:lvl1pPr>
              <a:defRPr/>
            </a:lvl1pPr>
          </a:lstStyle>
          <a:p>
            <a:pPr>
              <a:defRPr/>
            </a:pPr>
            <a:r>
              <a:rPr lang="ru-RU"/>
              <a:t>Заголовок может быть набран </a:t>
            </a:r>
            <a:br>
              <a:rPr lang="ru-RU"/>
            </a:br>
            <a:r>
              <a:rPr lang="ru-RU"/>
              <a:t>в одну или две строки (24 </a:t>
            </a:r>
            <a:r>
              <a:rPr lang="en-US"/>
              <a:t>pt) </a:t>
            </a:r>
            <a:endParaRPr lang="ru-RU"/>
          </a:p>
        </p:txBody>
      </p:sp>
      <p:sp>
        <p:nvSpPr>
          <p:cNvPr id="6"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2" name="Прямая соединительная линия 1"/>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grpSp>
        <p:nvGrpSpPr>
          <p:cNvPr id="3" name="Группа 2"/>
          <p:cNvGrpSpPr/>
          <p:nvPr userDrawn="1"/>
        </p:nvGrpSpPr>
        <p:grpSpPr bwMode="auto">
          <a:xfrm>
            <a:off x="11113862" y="171149"/>
            <a:ext cx="743176" cy="521001"/>
            <a:chOff x="4091278" y="2349598"/>
            <a:chExt cx="3638550" cy="2550793"/>
          </a:xfrm>
          <a:solidFill>
            <a:srgbClr val="365CA7"/>
          </a:solidFill>
        </p:grpSpPr>
        <p:sp>
          <p:nvSpPr>
            <p:cNvPr id="5" name="Полилиния: фигура 4"/>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 name="Полилиния: фигура 6"/>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8" name="Рисунок 56"/>
            <p:cNvGrpSpPr/>
            <p:nvPr/>
          </p:nvGrpSpPr>
          <p:grpSpPr bwMode="auto">
            <a:xfrm>
              <a:off x="4471325" y="3925032"/>
              <a:ext cx="348614" cy="425767"/>
              <a:chOff x="4656772" y="3728084"/>
              <a:chExt cx="348614" cy="425767"/>
            </a:xfrm>
            <a:grpFill/>
          </p:grpSpPr>
          <p:sp>
            <p:nvSpPr>
              <p:cNvPr id="28" name="Полилиния: фигура 27"/>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9" name="Полилиния: фигура 28"/>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1" name="Рисунок 56"/>
            <p:cNvGrpSpPr/>
            <p:nvPr/>
          </p:nvGrpSpPr>
          <p:grpSpPr bwMode="auto">
            <a:xfrm>
              <a:off x="6878293" y="3916460"/>
              <a:ext cx="398144" cy="442912"/>
              <a:chOff x="7063740" y="3719512"/>
              <a:chExt cx="398144" cy="442912"/>
            </a:xfrm>
            <a:grpFill/>
          </p:grpSpPr>
          <p:sp>
            <p:nvSpPr>
              <p:cNvPr id="26" name="Полилиния: фигура 25"/>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2" name="Полилиния: фигура 11"/>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3" name="Рисунок 56"/>
            <p:cNvGrpSpPr/>
            <p:nvPr/>
          </p:nvGrpSpPr>
          <p:grpSpPr bwMode="auto">
            <a:xfrm>
              <a:off x="6013423" y="3925032"/>
              <a:ext cx="364807" cy="425767"/>
              <a:chOff x="6198870" y="3728084"/>
              <a:chExt cx="364807" cy="425767"/>
            </a:xfrm>
            <a:grpFill/>
          </p:grpSpPr>
          <p:sp>
            <p:nvSpPr>
              <p:cNvPr id="24" name="Полилиния: фигура 23"/>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4" name="Рисунок 56"/>
            <p:cNvGrpSpPr/>
            <p:nvPr/>
          </p:nvGrpSpPr>
          <p:grpSpPr bwMode="auto">
            <a:xfrm>
              <a:off x="4852325" y="3924079"/>
              <a:ext cx="360997" cy="426720"/>
              <a:chOff x="5037772" y="3727132"/>
              <a:chExt cx="360997" cy="426720"/>
            </a:xfrm>
            <a:grpFill/>
          </p:grpSpPr>
          <p:sp>
            <p:nvSpPr>
              <p:cNvPr id="21" name="Полилиния: фигура 20"/>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5" name="Рисунок 56"/>
            <p:cNvGrpSpPr/>
            <p:nvPr/>
          </p:nvGrpSpPr>
          <p:grpSpPr bwMode="auto">
            <a:xfrm>
              <a:off x="7301203" y="3925032"/>
              <a:ext cx="428625" cy="425767"/>
              <a:chOff x="7486650" y="3728084"/>
              <a:chExt cx="428625" cy="425767"/>
            </a:xfrm>
            <a:grpFill/>
          </p:grpSpPr>
          <p:sp>
            <p:nvSpPr>
              <p:cNvPr id="19" name="Полилиния: фигура 18"/>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0" name="Полилиния: фигура 19"/>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6" name="Рисунок 56"/>
            <p:cNvGrpSpPr/>
            <p:nvPr/>
          </p:nvGrpSpPr>
          <p:grpSpPr bwMode="auto">
            <a:xfrm>
              <a:off x="4804700" y="2349598"/>
              <a:ext cx="2550795" cy="2550793"/>
              <a:chOff x="4990147" y="2152650"/>
              <a:chExt cx="2550795" cy="2550793"/>
            </a:xfrm>
            <a:grpFill/>
          </p:grpSpPr>
          <p:sp>
            <p:nvSpPr>
              <p:cNvPr id="17" name="Полилиния: фигура 16"/>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8" name="Полилиния: фигура 17"/>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1_Обложка Фрязино">
    <p:spTree>
      <p:nvGrpSpPr>
        <p:cNvPr id="1" name=""/>
        <p:cNvGrpSpPr/>
        <p:nvPr/>
      </p:nvGrpSpPr>
      <p:grpSpPr bwMode="auto">
        <a:xfrm>
          <a:off x="0" y="0"/>
          <a:ext cx="0" cy="0"/>
          <a:chOff x="0" y="0"/>
          <a:chExt cx="0" cy="0"/>
        </a:xfrm>
      </p:grpSpPr>
      <p:pic>
        <p:nvPicPr>
          <p:cNvPr id="10" name="Рисунок 9"/>
          <p:cNvPicPr>
            <a:picLocks noChangeAspect="1"/>
          </p:cNvPicPr>
          <p:nvPr userDrawn="1"/>
        </p:nvPicPr>
        <p:blipFill>
          <a:blip r:embed="rId2"/>
          <a:stretch/>
        </p:blipFill>
        <p:spPr bwMode="auto">
          <a:xfrm rot="11081226">
            <a:off x="8502882" y="3391156"/>
            <a:ext cx="4641365" cy="4643943"/>
          </a:xfrm>
          <a:prstGeom prst="rect">
            <a:avLst/>
          </a:prstGeom>
        </p:spPr>
      </p:pic>
      <p:pic>
        <p:nvPicPr>
          <p:cNvPr id="4" name="Рисунок 3"/>
          <p:cNvPicPr>
            <a:picLocks noChangeAspect="1"/>
          </p:cNvPicPr>
          <p:nvPr userDrawn="1"/>
        </p:nvPicPr>
        <p:blipFill>
          <a:blip r:embed="rId2"/>
          <a:stretch/>
        </p:blipFill>
        <p:spPr bwMode="auto">
          <a:xfrm rot="6831815">
            <a:off x="1014341" y="849053"/>
            <a:ext cx="4090820" cy="4093092"/>
          </a:xfrm>
          <a:prstGeom prst="rect">
            <a:avLst/>
          </a:prstGeom>
        </p:spPr>
      </p:pic>
      <p:pic>
        <p:nvPicPr>
          <p:cNvPr id="8" name="Рисунок 7"/>
          <p:cNvPicPr>
            <a:picLocks noChangeAspect="1"/>
          </p:cNvPicPr>
          <p:nvPr userDrawn="1"/>
        </p:nvPicPr>
        <p:blipFill>
          <a:blip r:embed="rId3"/>
          <a:stretch/>
        </p:blipFill>
        <p:spPr bwMode="auto">
          <a:xfrm rot="16199999">
            <a:off x="-3065187" y="3055203"/>
            <a:ext cx="6848452" cy="738045"/>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3" name=""/>
                  <p:cNvPicPr/>
                  <p:nvPr/>
                </p:nvPicPr>
                <p:blipFill>
                  <a:blip/>
                  <a:stretch/>
                </p:blipFill>
                <p:spPr bwMode="auto">
                  <a:xfrm>
                    <a:off x="1959" y="1597"/>
                    <a:ext cx="1953" cy="1587"/>
                  </a:xfrm>
                  <a:prstGeom prst="rect">
                    <a:avLst/>
                  </a:prstGeom>
                </p:spPr>
              </p:pic>
            </p:oleObj>
          </a:graphicData>
        </a:graphic>
      </p:graphicFrame>
      <p:sp>
        <p:nvSpPr>
          <p:cNvPr id="7" name="Полилиния: фигура 6"/>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grpSp>
        <p:nvGrpSpPr>
          <p:cNvPr id="16" name="Группа 15"/>
          <p:cNvGrpSpPr/>
          <p:nvPr userDrawn="1"/>
        </p:nvGrpSpPr>
        <p:grpSpPr bwMode="auto">
          <a:xfrm>
            <a:off x="9620249" y="530559"/>
            <a:ext cx="2022129" cy="1417607"/>
            <a:chOff x="4091278" y="2349598"/>
            <a:chExt cx="3638550" cy="2550793"/>
          </a:xfrm>
          <a:solidFill>
            <a:srgbClr val="365CA7"/>
          </a:solidFill>
        </p:grpSpPr>
        <p:sp>
          <p:nvSpPr>
            <p:cNvPr id="19" name="Полилиния: фигура 1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0" name="Полилиния: фигура 19"/>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1" name="Рисунок 56"/>
            <p:cNvGrpSpPr/>
            <p:nvPr/>
          </p:nvGrpSpPr>
          <p:grpSpPr bwMode="auto">
            <a:xfrm>
              <a:off x="4471325" y="3925032"/>
              <a:ext cx="348614" cy="425767"/>
              <a:chOff x="4656772" y="3728084"/>
              <a:chExt cx="348614" cy="425767"/>
            </a:xfrm>
            <a:grpFill/>
          </p:grpSpPr>
          <p:sp>
            <p:nvSpPr>
              <p:cNvPr id="52" name="Полилиния: фигура 51"/>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3" name="Полилиния: фигура 52"/>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3" name="Рисунок 56"/>
            <p:cNvGrpSpPr/>
            <p:nvPr/>
          </p:nvGrpSpPr>
          <p:grpSpPr bwMode="auto">
            <a:xfrm>
              <a:off x="6878293" y="3916460"/>
              <a:ext cx="398144" cy="442912"/>
              <a:chOff x="7063740" y="3719512"/>
              <a:chExt cx="398144" cy="442912"/>
            </a:xfrm>
            <a:grpFill/>
          </p:grpSpPr>
          <p:sp>
            <p:nvSpPr>
              <p:cNvPr id="50" name="Полилиния: фигура 49"/>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1" name="Полилиния: фигура 50"/>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24" name="Полилиния: фигура 23"/>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5" name="Рисунок 56"/>
            <p:cNvGrpSpPr/>
            <p:nvPr/>
          </p:nvGrpSpPr>
          <p:grpSpPr bwMode="auto">
            <a:xfrm>
              <a:off x="6013423" y="3925032"/>
              <a:ext cx="364807" cy="425767"/>
              <a:chOff x="6198870" y="3728084"/>
              <a:chExt cx="364807" cy="425767"/>
            </a:xfrm>
            <a:grpFill/>
          </p:grpSpPr>
          <p:sp>
            <p:nvSpPr>
              <p:cNvPr id="48" name="Полилиния: фигура 47"/>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9" name="Полилиния: фигура 48"/>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6" name="Рисунок 56"/>
            <p:cNvGrpSpPr/>
            <p:nvPr/>
          </p:nvGrpSpPr>
          <p:grpSpPr bwMode="auto">
            <a:xfrm>
              <a:off x="4852325" y="3924079"/>
              <a:ext cx="360997" cy="426720"/>
              <a:chOff x="5037772" y="3727132"/>
              <a:chExt cx="360997" cy="426720"/>
            </a:xfrm>
            <a:grpFill/>
          </p:grpSpPr>
          <p:sp>
            <p:nvSpPr>
              <p:cNvPr id="46" name="Полилиния: фигура 45"/>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7" name="Полилиния: фигура 46"/>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7" name="Рисунок 56"/>
            <p:cNvGrpSpPr/>
            <p:nvPr/>
          </p:nvGrpSpPr>
          <p:grpSpPr bwMode="auto">
            <a:xfrm>
              <a:off x="7301203" y="3925032"/>
              <a:ext cx="428625" cy="425767"/>
              <a:chOff x="7486650" y="3728084"/>
              <a:chExt cx="428625" cy="425767"/>
            </a:xfrm>
            <a:grpFill/>
          </p:grpSpPr>
          <p:sp>
            <p:nvSpPr>
              <p:cNvPr id="37" name="Полилиния: фигура 36"/>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4" name="Полилиния: фигура 4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8" name="Рисунок 56"/>
            <p:cNvGrpSpPr/>
            <p:nvPr/>
          </p:nvGrpSpPr>
          <p:grpSpPr bwMode="auto">
            <a:xfrm>
              <a:off x="4804700" y="2349598"/>
              <a:ext cx="2550795" cy="2550793"/>
              <a:chOff x="4990147" y="2152650"/>
              <a:chExt cx="2550795" cy="2550793"/>
            </a:xfrm>
            <a:grpFill/>
          </p:grpSpPr>
          <p:sp>
            <p:nvSpPr>
              <p:cNvPr id="30" name="Полилиния: фигура 2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1" name="Полилиния: фигура 3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54"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6" name="Title 1"/>
          <p:cNvSpPr>
            <a:spLocks noGrp="1"/>
          </p:cNvSpPr>
          <p:nvPr>
            <p:ph type="ctrTitle" hasCustomPrompt="1"/>
          </p:nvPr>
        </p:nvSpPr>
        <p:spPr bwMode="auto">
          <a:xfrm>
            <a:off x="2399233" y="1263898"/>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chemeClr val="accent5"/>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34" name="Текст 33"/>
          <p:cNvSpPr>
            <a:spLocks noGrp="1"/>
          </p:cNvSpPr>
          <p:nvPr>
            <p:ph type="body" sz="quarter" idx="14" hasCustomPrompt="1"/>
          </p:nvPr>
        </p:nvSpPr>
        <p:spPr bwMode="auto">
          <a:xfrm>
            <a:off x="2387600" y="3190819"/>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2_Обложка ИИИ">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104" name=""/>
                  <p:cNvPicPr/>
                  <p:nvPr/>
                </p:nvPicPr>
                <p:blipFill>
                  <a:blip/>
                  <a:stretch/>
                </p:blipFill>
                <p:spPr bwMode="auto">
                  <a:xfrm>
                    <a:off x="1959" y="1597"/>
                    <a:ext cx="1953" cy="1587"/>
                  </a:xfrm>
                  <a:prstGeom prst="rect">
                    <a:avLst/>
                  </a:prstGeom>
                </p:spPr>
              </p:pic>
            </p:oleObj>
          </a:graphicData>
        </a:graphic>
      </p:graphicFrame>
      <p:pic>
        <p:nvPicPr>
          <p:cNvPr id="23" name="Рисунок 22"/>
          <p:cNvPicPr>
            <a:picLocks noChangeAspect="1"/>
          </p:cNvPicPr>
          <p:nvPr userDrawn="1"/>
        </p:nvPicPr>
        <p:blipFill>
          <a:blip r:embed="rId3"/>
          <a:stretch/>
        </p:blipFill>
        <p:spPr bwMode="auto">
          <a:xfrm rot="16199999">
            <a:off x="-3063081" y="3063081"/>
            <a:ext cx="6858000" cy="731838"/>
          </a:xfrm>
          <a:prstGeom prst="rect">
            <a:avLst/>
          </a:prstGeom>
        </p:spPr>
      </p:pic>
      <p:sp>
        <p:nvSpPr>
          <p:cNvPr id="24" name="Полилиния: фигура 23"/>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pic>
        <p:nvPicPr>
          <p:cNvPr id="25" name="Рисунок 24"/>
          <p:cNvPicPr>
            <a:picLocks noChangeAspect="1"/>
          </p:cNvPicPr>
          <p:nvPr userDrawn="1"/>
        </p:nvPicPr>
        <p:blipFill>
          <a:blip r:embed="rId4"/>
          <a:srcRect l="3254" t="3254" r="3254" b="3254"/>
          <a:stretch/>
        </p:blipFill>
        <p:spPr bwMode="auto">
          <a:xfrm rot="10800000">
            <a:off x="8624047" y="3464325"/>
            <a:ext cx="4707676" cy="4707675"/>
          </a:xfrm>
          <a:prstGeom prst="ellipse">
            <a:avLst/>
          </a:prstGeom>
          <a:noFill/>
        </p:spPr>
      </p:pic>
      <p:sp>
        <p:nvSpPr>
          <p:cNvPr id="26" name="Прямоугольник 25"/>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27" name="Прямоугольник 26"/>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pic>
        <p:nvPicPr>
          <p:cNvPr id="28" name="Рисунок 27"/>
          <p:cNvPicPr>
            <a:picLocks noChangeAspect="1"/>
          </p:cNvPicPr>
          <p:nvPr userDrawn="1"/>
        </p:nvPicPr>
        <p:blipFill>
          <a:blip r:embed="rId4"/>
          <a:srcRect l="3254" t="3254" r="3254" b="3254"/>
          <a:stretch/>
        </p:blipFill>
        <p:spPr bwMode="auto">
          <a:xfrm rot="7837171">
            <a:off x="1128220" y="896378"/>
            <a:ext cx="3912557" cy="3912557"/>
          </a:xfrm>
          <a:prstGeom prst="ellipse">
            <a:avLst/>
          </a:prstGeom>
          <a:solidFill>
            <a:schemeClr val="bg1"/>
          </a:solidFill>
        </p:spPr>
      </p:pic>
      <p:sp>
        <p:nvSpPr>
          <p:cNvPr id="37" name="Title 1"/>
          <p:cNvSpPr txBox="1"/>
          <p:nvPr userDrawn="1"/>
        </p:nvSpPr>
        <p:spPr bwMode="auto">
          <a:xfrm>
            <a:off x="2402922" y="345340"/>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007E40"/>
                </a:solidFill>
                <a:latin typeface="DIN Pro Medium"/>
                <a:ea typeface="Arial"/>
                <a:cs typeface="Arial"/>
              </a:rPr>
              <a:t>Институт искусственного интеллекта</a:t>
            </a:r>
            <a:endParaRPr/>
          </a:p>
        </p:txBody>
      </p:sp>
      <p:grpSp>
        <p:nvGrpSpPr>
          <p:cNvPr id="38" name="Группа 37"/>
          <p:cNvGrpSpPr/>
          <p:nvPr userDrawn="1"/>
        </p:nvGrpSpPr>
        <p:grpSpPr bwMode="auto">
          <a:xfrm>
            <a:off x="9620249" y="530559"/>
            <a:ext cx="2022129" cy="1417607"/>
            <a:chOff x="4091278" y="2349598"/>
            <a:chExt cx="3638550" cy="2550793"/>
          </a:xfrm>
          <a:solidFill>
            <a:srgbClr val="007E40"/>
          </a:solidFill>
        </p:grpSpPr>
        <p:sp>
          <p:nvSpPr>
            <p:cNvPr id="39" name="Полилиния: фигура 3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0" name="Полилиния: фигура 39"/>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41" name="Рисунок 56"/>
            <p:cNvGrpSpPr/>
            <p:nvPr/>
          </p:nvGrpSpPr>
          <p:grpSpPr bwMode="auto">
            <a:xfrm>
              <a:off x="4471325" y="3925032"/>
              <a:ext cx="348614" cy="425767"/>
              <a:chOff x="4656772" y="3728084"/>
              <a:chExt cx="348614" cy="425767"/>
            </a:xfrm>
            <a:grpFill/>
          </p:grpSpPr>
          <p:sp>
            <p:nvSpPr>
              <p:cNvPr id="65" name="Полилиния: фигура 64"/>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66" name="Полилиния: фигура 65"/>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42" name="Рисунок 56"/>
            <p:cNvGrpSpPr/>
            <p:nvPr/>
          </p:nvGrpSpPr>
          <p:grpSpPr bwMode="auto">
            <a:xfrm>
              <a:off x="6878293" y="3916460"/>
              <a:ext cx="398144" cy="442912"/>
              <a:chOff x="7063740" y="3719512"/>
              <a:chExt cx="398144" cy="442912"/>
            </a:xfrm>
            <a:grpFill/>
          </p:grpSpPr>
          <p:sp>
            <p:nvSpPr>
              <p:cNvPr id="63" name="Полилиния: фигура 62"/>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64" name="Полилиния: фигура 63"/>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43" name="Полилиния: фигура 42"/>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44" name="Рисунок 56"/>
            <p:cNvGrpSpPr/>
            <p:nvPr/>
          </p:nvGrpSpPr>
          <p:grpSpPr bwMode="auto">
            <a:xfrm>
              <a:off x="6013423" y="3925032"/>
              <a:ext cx="364807" cy="425767"/>
              <a:chOff x="6198870" y="3728084"/>
              <a:chExt cx="364807" cy="425767"/>
            </a:xfrm>
            <a:grpFill/>
          </p:grpSpPr>
          <p:sp>
            <p:nvSpPr>
              <p:cNvPr id="61" name="Полилиния: фигура 60"/>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62" name="Полилиния: фигура 61"/>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45" name="Рисунок 56"/>
            <p:cNvGrpSpPr/>
            <p:nvPr/>
          </p:nvGrpSpPr>
          <p:grpSpPr bwMode="auto">
            <a:xfrm>
              <a:off x="4852325" y="3924079"/>
              <a:ext cx="360997" cy="426720"/>
              <a:chOff x="5037772" y="3727132"/>
              <a:chExt cx="360997" cy="426720"/>
            </a:xfrm>
            <a:grpFill/>
          </p:grpSpPr>
          <p:sp>
            <p:nvSpPr>
              <p:cNvPr id="59" name="Полилиния: фигура 58"/>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60" name="Полилиния: фигура 59"/>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51" name="Рисунок 56"/>
            <p:cNvGrpSpPr/>
            <p:nvPr/>
          </p:nvGrpSpPr>
          <p:grpSpPr bwMode="auto">
            <a:xfrm>
              <a:off x="7301203" y="3925032"/>
              <a:ext cx="428625" cy="425767"/>
              <a:chOff x="7486650" y="3728084"/>
              <a:chExt cx="428625" cy="425767"/>
            </a:xfrm>
            <a:grpFill/>
          </p:grpSpPr>
          <p:sp>
            <p:nvSpPr>
              <p:cNvPr id="56" name="Полилиния: фигура 55"/>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7" name="Полилиния: фигура 56"/>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53" name="Рисунок 56"/>
            <p:cNvGrpSpPr/>
            <p:nvPr/>
          </p:nvGrpSpPr>
          <p:grpSpPr bwMode="auto">
            <a:xfrm>
              <a:off x="4804700" y="2349598"/>
              <a:ext cx="2550795" cy="2550793"/>
              <a:chOff x="4990147" y="2152650"/>
              <a:chExt cx="2550795" cy="2550793"/>
            </a:xfrm>
            <a:grpFill/>
          </p:grpSpPr>
          <p:sp>
            <p:nvSpPr>
              <p:cNvPr id="54" name="Полилиния: фигура 53"/>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5" name="Полилиния: фигура 54"/>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67"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007E40"/>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6"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2_Обложка ИТХТ">
    <p:spTree>
      <p:nvGrpSpPr>
        <p:cNvPr id="1" name=""/>
        <p:cNvGrpSpPr/>
        <p:nvPr/>
      </p:nvGrpSpPr>
      <p:grpSpPr bwMode="auto">
        <a:xfrm>
          <a:off x="0" y="0"/>
          <a:ext cx="0" cy="0"/>
          <a:chOff x="0" y="0"/>
          <a:chExt cx="0" cy="0"/>
        </a:xfrm>
      </p:grpSpPr>
      <p:pic>
        <p:nvPicPr>
          <p:cNvPr id="58" name="Рисунок 57"/>
          <p:cNvPicPr>
            <a:picLocks noChangeAspect="1"/>
          </p:cNvPicPr>
          <p:nvPr userDrawn="1"/>
        </p:nvPicPr>
        <p:blipFill>
          <a:blip r:embed="rId2"/>
          <a:stretch/>
        </p:blipFill>
        <p:spPr bwMode="auto">
          <a:xfrm rot="10800000">
            <a:off x="8477002" y="3355995"/>
            <a:ext cx="4906469" cy="4906469"/>
          </a:xfrm>
          <a:prstGeom prst="rect">
            <a:avLst/>
          </a:prstGeom>
        </p:spPr>
      </p:pic>
      <p:pic>
        <p:nvPicPr>
          <p:cNvPr id="55" name="Рисунок 54"/>
          <p:cNvPicPr>
            <a:picLocks noChangeAspect="1"/>
          </p:cNvPicPr>
          <p:nvPr userDrawn="1"/>
        </p:nvPicPr>
        <p:blipFill>
          <a:blip r:embed="rId2"/>
          <a:stretch/>
        </p:blipFill>
        <p:spPr bwMode="auto">
          <a:xfrm rot="8099999">
            <a:off x="1001072" y="859614"/>
            <a:ext cx="4040729" cy="4040729"/>
          </a:xfrm>
          <a:prstGeom prst="rect">
            <a:avLst/>
          </a:prstGeom>
        </p:spPr>
      </p:pic>
      <p:pic>
        <p:nvPicPr>
          <p:cNvPr id="57" name="Рисунок 56"/>
          <p:cNvPicPr>
            <a:picLocks noChangeAspect="1"/>
          </p:cNvPicPr>
          <p:nvPr userDrawn="1"/>
        </p:nvPicPr>
        <p:blipFill>
          <a:blip r:embed="rId3"/>
          <a:stretch/>
        </p:blipFill>
        <p:spPr bwMode="auto">
          <a:xfrm rot="16199999">
            <a:off x="-3059910" y="3059908"/>
            <a:ext cx="6858005" cy="738181"/>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5" name=""/>
                  <p:cNvPicPr/>
                  <p:nvPr/>
                </p:nvPicPr>
                <p:blipFill>
                  <a:blip/>
                  <a:stretch/>
                </p:blipFill>
                <p:spPr bwMode="auto">
                  <a:xfrm>
                    <a:off x="1959" y="1597"/>
                    <a:ext cx="1953" cy="1587"/>
                  </a:xfrm>
                  <a:prstGeom prst="rect">
                    <a:avLst/>
                  </a:prstGeom>
                </p:spPr>
              </p:pic>
            </p:oleObj>
          </a:graphicData>
        </a:graphic>
      </p:graphicFrame>
      <p:sp>
        <p:nvSpPr>
          <p:cNvPr id="6" name="Полилиния: фигура 5"/>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6" name="Title 1"/>
          <p:cNvSpPr txBox="1"/>
          <p:nvPr userDrawn="1"/>
        </p:nvSpPr>
        <p:spPr bwMode="auto">
          <a:xfrm>
            <a:off x="2402922" y="167207"/>
            <a:ext cx="4926206" cy="699403"/>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B26397"/>
                </a:solidFill>
                <a:latin typeface="DIN Pro Medium"/>
                <a:ea typeface="Arial"/>
                <a:cs typeface="Arial"/>
              </a:rPr>
              <a:t>Институт тонких химических технологий имени М.В. Ломоносова</a:t>
            </a:r>
            <a:endParaRPr/>
          </a:p>
        </p:txBody>
      </p:sp>
      <p:grpSp>
        <p:nvGrpSpPr>
          <p:cNvPr id="20" name="Группа 19"/>
          <p:cNvGrpSpPr/>
          <p:nvPr userDrawn="1"/>
        </p:nvGrpSpPr>
        <p:grpSpPr bwMode="auto">
          <a:xfrm>
            <a:off x="9620249" y="530559"/>
            <a:ext cx="2022129" cy="1417607"/>
            <a:chOff x="4091278" y="2349598"/>
            <a:chExt cx="3638550" cy="2550793"/>
          </a:xfrm>
          <a:solidFill>
            <a:srgbClr val="B26397"/>
          </a:solidFill>
        </p:grpSpPr>
        <p:sp>
          <p:nvSpPr>
            <p:cNvPr id="22" name="Полилиния: фигура 21"/>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23" name="Полилиния: фигура 22"/>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nvGrpSpPr>
            <p:cNvPr id="24" name="Рисунок 56"/>
            <p:cNvGrpSpPr/>
            <p:nvPr/>
          </p:nvGrpSpPr>
          <p:grpSpPr bwMode="auto">
            <a:xfrm>
              <a:off x="4471325" y="3925032"/>
              <a:ext cx="348614" cy="425767"/>
              <a:chOff x="4656772" y="3728084"/>
              <a:chExt cx="348614" cy="425767"/>
            </a:xfrm>
            <a:grpFill/>
          </p:grpSpPr>
          <p:sp>
            <p:nvSpPr>
              <p:cNvPr id="51" name="Полилиния: фигура 50"/>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52" name="Полилиния: фигура 51"/>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grpSp>
          <p:nvGrpSpPr>
            <p:cNvPr id="25" name="Рисунок 56"/>
            <p:cNvGrpSpPr/>
            <p:nvPr/>
          </p:nvGrpSpPr>
          <p:grpSpPr bwMode="auto">
            <a:xfrm>
              <a:off x="6878293" y="3916460"/>
              <a:ext cx="398144" cy="442912"/>
              <a:chOff x="7063740" y="3719512"/>
              <a:chExt cx="398144" cy="442912"/>
            </a:xfrm>
            <a:grpFill/>
          </p:grpSpPr>
          <p:sp>
            <p:nvSpPr>
              <p:cNvPr id="49" name="Полилиния: фигура 48"/>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50" name="Полилиния: фигура 49"/>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sp>
          <p:nvSpPr>
            <p:cNvPr id="30" name="Полилиния: фигура 29"/>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nvGrpSpPr>
            <p:cNvPr id="31" name="Рисунок 56"/>
            <p:cNvGrpSpPr/>
            <p:nvPr/>
          </p:nvGrpSpPr>
          <p:grpSpPr bwMode="auto">
            <a:xfrm>
              <a:off x="6013423" y="3925032"/>
              <a:ext cx="364807" cy="425767"/>
              <a:chOff x="6198870" y="3728084"/>
              <a:chExt cx="364807" cy="425767"/>
            </a:xfrm>
            <a:grpFill/>
          </p:grpSpPr>
          <p:sp>
            <p:nvSpPr>
              <p:cNvPr id="47" name="Полилиния: фигура 46"/>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48" name="Полилиния: фигура 47"/>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grpSp>
          <p:nvGrpSpPr>
            <p:cNvPr id="38" name="Рисунок 56"/>
            <p:cNvGrpSpPr/>
            <p:nvPr/>
          </p:nvGrpSpPr>
          <p:grpSpPr bwMode="auto">
            <a:xfrm>
              <a:off x="4852325" y="3924079"/>
              <a:ext cx="360997" cy="426720"/>
              <a:chOff x="5037772" y="3727132"/>
              <a:chExt cx="360997" cy="426720"/>
            </a:xfrm>
            <a:grpFill/>
          </p:grpSpPr>
          <p:sp>
            <p:nvSpPr>
              <p:cNvPr id="45" name="Полилиния: фигура 44"/>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46" name="Полилиния: фигура 45"/>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grpSp>
          <p:nvGrpSpPr>
            <p:cNvPr id="39" name="Рисунок 56"/>
            <p:cNvGrpSpPr/>
            <p:nvPr/>
          </p:nvGrpSpPr>
          <p:grpSpPr bwMode="auto">
            <a:xfrm>
              <a:off x="7301203" y="3925032"/>
              <a:ext cx="428625" cy="425767"/>
              <a:chOff x="7486650" y="3728084"/>
              <a:chExt cx="428625" cy="425767"/>
            </a:xfrm>
            <a:grpFill/>
          </p:grpSpPr>
          <p:sp>
            <p:nvSpPr>
              <p:cNvPr id="43" name="Полилиния: фигура 42"/>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44" name="Полилиния: фигура 4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grpSp>
          <p:nvGrpSpPr>
            <p:cNvPr id="40" name="Рисунок 56"/>
            <p:cNvGrpSpPr/>
            <p:nvPr/>
          </p:nvGrpSpPr>
          <p:grpSpPr bwMode="auto">
            <a:xfrm>
              <a:off x="4804700" y="2349598"/>
              <a:ext cx="2550795" cy="2550793"/>
              <a:chOff x="4990147" y="2152650"/>
              <a:chExt cx="2550795" cy="2550793"/>
            </a:xfrm>
            <a:grpFill/>
          </p:grpSpPr>
          <p:sp>
            <p:nvSpPr>
              <p:cNvPr id="41" name="Полилиния: фигура 40"/>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sp>
            <p:nvSpPr>
              <p:cNvPr id="42" name="Полилиния: фигура 41"/>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B26397"/>
                  </a:solidFill>
                  <a:latin typeface="DIN Pro Regular"/>
                  <a:ea typeface="Arial"/>
                  <a:cs typeface="Arial"/>
                </a:endParaRPr>
              </a:p>
            </p:txBody>
          </p:sp>
        </p:grpSp>
      </p:grpSp>
      <p:sp>
        <p:nvSpPr>
          <p:cNvPr id="53"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B26397"/>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5"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4_Обложка ИИТ">
    <p:spTree>
      <p:nvGrpSpPr>
        <p:cNvPr id="1" name=""/>
        <p:cNvGrpSpPr/>
        <p:nvPr/>
      </p:nvGrpSpPr>
      <p:grpSpPr bwMode="auto">
        <a:xfrm>
          <a:off x="0" y="0"/>
          <a:ext cx="0" cy="0"/>
          <a:chOff x="0" y="0"/>
          <a:chExt cx="0" cy="0"/>
        </a:xfrm>
      </p:grpSpPr>
      <p:pic>
        <p:nvPicPr>
          <p:cNvPr id="88" name="Рисунок 87"/>
          <p:cNvPicPr>
            <a:picLocks noChangeAspect="1"/>
          </p:cNvPicPr>
          <p:nvPr userDrawn="1"/>
        </p:nvPicPr>
        <p:blipFill>
          <a:blip r:embed="rId2"/>
          <a:stretch/>
        </p:blipFill>
        <p:spPr bwMode="auto">
          <a:xfrm rot="10800000">
            <a:off x="8491665" y="3340993"/>
            <a:ext cx="4799122" cy="4799122"/>
          </a:xfrm>
          <a:prstGeom prst="rect">
            <a:avLst/>
          </a:prstGeom>
        </p:spPr>
      </p:pic>
      <p:pic>
        <p:nvPicPr>
          <p:cNvPr id="85" name="Рисунок 84"/>
          <p:cNvPicPr>
            <a:picLocks noChangeAspect="1"/>
          </p:cNvPicPr>
          <p:nvPr userDrawn="1"/>
        </p:nvPicPr>
        <p:blipFill>
          <a:blip r:embed="rId2"/>
          <a:stretch/>
        </p:blipFill>
        <p:spPr bwMode="auto">
          <a:xfrm rot="7199999">
            <a:off x="1033343" y="734497"/>
            <a:ext cx="4188739" cy="4188739"/>
          </a:xfrm>
          <a:prstGeom prst="rect">
            <a:avLst/>
          </a:prstGeom>
        </p:spPr>
      </p:pic>
      <p:pic>
        <p:nvPicPr>
          <p:cNvPr id="87" name="Рисунок 86"/>
          <p:cNvPicPr>
            <a:picLocks noChangeAspect="1"/>
          </p:cNvPicPr>
          <p:nvPr userDrawn="1"/>
        </p:nvPicPr>
        <p:blipFill>
          <a:blip r:embed="rId3"/>
          <a:stretch/>
        </p:blipFill>
        <p:spPr bwMode="auto">
          <a:xfrm rot="16199999">
            <a:off x="-3066699" y="3066702"/>
            <a:ext cx="6865242" cy="731838"/>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6" name=""/>
                  <p:cNvPicPr/>
                  <p:nvPr/>
                </p:nvPicPr>
                <p:blipFill>
                  <a:blip/>
                  <a:stretch/>
                </p:blipFill>
                <p:spPr bwMode="auto">
                  <a:xfrm>
                    <a:off x="1959" y="1597"/>
                    <a:ext cx="1953" cy="1587"/>
                  </a:xfrm>
                  <a:prstGeom prst="rect">
                    <a:avLst/>
                  </a:prstGeom>
                </p:spPr>
              </p:pic>
            </p:oleObj>
          </a:graphicData>
        </a:graphic>
      </p:graphicFrame>
      <p:sp>
        <p:nvSpPr>
          <p:cNvPr id="55" name="Полилиния: фигура 54"/>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7" name="Прямоугольник 56"/>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58" name="Прямоугольник 57"/>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60" name="Title 1"/>
          <p:cNvSpPr txBox="1"/>
          <p:nvPr userDrawn="1"/>
        </p:nvSpPr>
        <p:spPr bwMode="auto">
          <a:xfrm>
            <a:off x="2402922" y="308975"/>
            <a:ext cx="5449174"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706F6F"/>
                </a:solidFill>
                <a:latin typeface="DIN Pro Medium"/>
                <a:ea typeface="Arial"/>
                <a:cs typeface="Arial"/>
              </a:rPr>
              <a:t>Институт информационных технологий</a:t>
            </a:r>
            <a:endParaRPr/>
          </a:p>
        </p:txBody>
      </p:sp>
      <p:grpSp>
        <p:nvGrpSpPr>
          <p:cNvPr id="61" name="Группа 60"/>
          <p:cNvGrpSpPr/>
          <p:nvPr userDrawn="1"/>
        </p:nvGrpSpPr>
        <p:grpSpPr bwMode="auto">
          <a:xfrm>
            <a:off x="9620249" y="530559"/>
            <a:ext cx="2022129" cy="1417607"/>
            <a:chOff x="4091278" y="2349598"/>
            <a:chExt cx="3638550" cy="2550793"/>
          </a:xfrm>
          <a:solidFill>
            <a:srgbClr val="706F6F"/>
          </a:solidFill>
        </p:grpSpPr>
        <p:sp>
          <p:nvSpPr>
            <p:cNvPr id="62" name="Полилиния: фигура 61"/>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63" name="Полилиния: фигура 62"/>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64" name="Рисунок 56"/>
            <p:cNvGrpSpPr/>
            <p:nvPr/>
          </p:nvGrpSpPr>
          <p:grpSpPr bwMode="auto">
            <a:xfrm>
              <a:off x="4471325" y="3925032"/>
              <a:ext cx="348614" cy="425767"/>
              <a:chOff x="4656772" y="3728084"/>
              <a:chExt cx="348614" cy="425767"/>
            </a:xfrm>
            <a:grpFill/>
          </p:grpSpPr>
          <p:sp>
            <p:nvSpPr>
              <p:cNvPr id="81" name="Полилиния: фигура 80"/>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82" name="Полилиния: фигура 81"/>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65" name="Рисунок 56"/>
            <p:cNvGrpSpPr/>
            <p:nvPr/>
          </p:nvGrpSpPr>
          <p:grpSpPr bwMode="auto">
            <a:xfrm>
              <a:off x="6878293" y="3916460"/>
              <a:ext cx="398144" cy="442912"/>
              <a:chOff x="7063740" y="3719512"/>
              <a:chExt cx="398144" cy="442912"/>
            </a:xfrm>
            <a:grpFill/>
          </p:grpSpPr>
          <p:sp>
            <p:nvSpPr>
              <p:cNvPr id="79" name="Полилиния: фигура 78"/>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80" name="Полилиния: фигура 79"/>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66" name="Полилиния: фигура 65"/>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67" name="Рисунок 56"/>
            <p:cNvGrpSpPr/>
            <p:nvPr/>
          </p:nvGrpSpPr>
          <p:grpSpPr bwMode="auto">
            <a:xfrm>
              <a:off x="6013423" y="3925032"/>
              <a:ext cx="364807" cy="425767"/>
              <a:chOff x="6198870" y="3728084"/>
              <a:chExt cx="364807" cy="425767"/>
            </a:xfrm>
            <a:grpFill/>
          </p:grpSpPr>
          <p:sp>
            <p:nvSpPr>
              <p:cNvPr id="77" name="Полилиния: фигура 76"/>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8" name="Полилиния: фигура 77"/>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68" name="Рисунок 56"/>
            <p:cNvGrpSpPr/>
            <p:nvPr/>
          </p:nvGrpSpPr>
          <p:grpSpPr bwMode="auto">
            <a:xfrm>
              <a:off x="4852325" y="3924079"/>
              <a:ext cx="360997" cy="426720"/>
              <a:chOff x="5037772" y="3727132"/>
              <a:chExt cx="360997" cy="426720"/>
            </a:xfrm>
            <a:grpFill/>
          </p:grpSpPr>
          <p:sp>
            <p:nvSpPr>
              <p:cNvPr id="75" name="Полилиния: фигура 74"/>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6" name="Полилиния: фигура 75"/>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69" name="Рисунок 56"/>
            <p:cNvGrpSpPr/>
            <p:nvPr/>
          </p:nvGrpSpPr>
          <p:grpSpPr bwMode="auto">
            <a:xfrm>
              <a:off x="7301203" y="3925032"/>
              <a:ext cx="428625" cy="425767"/>
              <a:chOff x="7486650" y="3728084"/>
              <a:chExt cx="428625" cy="425767"/>
            </a:xfrm>
            <a:grpFill/>
          </p:grpSpPr>
          <p:sp>
            <p:nvSpPr>
              <p:cNvPr id="73" name="Полилиния: фигура 72"/>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4" name="Полилиния: фигура 7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70" name="Рисунок 56"/>
            <p:cNvGrpSpPr/>
            <p:nvPr/>
          </p:nvGrpSpPr>
          <p:grpSpPr bwMode="auto">
            <a:xfrm>
              <a:off x="4804700" y="2349598"/>
              <a:ext cx="2550795" cy="2550793"/>
              <a:chOff x="4990147" y="2152650"/>
              <a:chExt cx="2550795" cy="2550793"/>
            </a:xfrm>
            <a:grpFill/>
          </p:grpSpPr>
          <p:sp>
            <p:nvSpPr>
              <p:cNvPr id="71" name="Полилиния: фигура 70"/>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72" name="Полилиния: фигура 71"/>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83"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706F6F"/>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5"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2_Обложка ИТУ">
    <p:spTree>
      <p:nvGrpSpPr>
        <p:cNvPr id="1" name=""/>
        <p:cNvGrpSpPr/>
        <p:nvPr/>
      </p:nvGrpSpPr>
      <p:grpSpPr bwMode="auto">
        <a:xfrm>
          <a:off x="0" y="0"/>
          <a:ext cx="0" cy="0"/>
          <a:chOff x="0" y="0"/>
          <a:chExt cx="0" cy="0"/>
        </a:xfrm>
      </p:grpSpPr>
      <p:pic>
        <p:nvPicPr>
          <p:cNvPr id="61" name="Рисунок 60"/>
          <p:cNvPicPr>
            <a:picLocks noChangeAspect="1"/>
          </p:cNvPicPr>
          <p:nvPr userDrawn="1"/>
        </p:nvPicPr>
        <p:blipFill>
          <a:blip r:embed="rId2"/>
          <a:stretch/>
        </p:blipFill>
        <p:spPr bwMode="auto">
          <a:xfrm rot="10800000">
            <a:off x="8497902" y="3338185"/>
            <a:ext cx="4833821" cy="4833816"/>
          </a:xfrm>
          <a:prstGeom prst="rect">
            <a:avLst/>
          </a:prstGeom>
        </p:spPr>
      </p:pic>
      <p:pic>
        <p:nvPicPr>
          <p:cNvPr id="60" name="Рисунок 59"/>
          <p:cNvPicPr>
            <a:picLocks noChangeAspect="1"/>
          </p:cNvPicPr>
          <p:nvPr userDrawn="1"/>
        </p:nvPicPr>
        <p:blipFill>
          <a:blip r:embed="rId2"/>
          <a:stretch/>
        </p:blipFill>
        <p:spPr bwMode="auto">
          <a:xfrm rot="7199999">
            <a:off x="1025785" y="812650"/>
            <a:ext cx="4080016" cy="4080012"/>
          </a:xfrm>
          <a:prstGeom prst="rect">
            <a:avLst/>
          </a:prstGeom>
        </p:spPr>
      </p:pic>
      <p:pic>
        <p:nvPicPr>
          <p:cNvPr id="58" name="Рисунок 57"/>
          <p:cNvPicPr>
            <a:picLocks noChangeAspect="1"/>
          </p:cNvPicPr>
          <p:nvPr userDrawn="1"/>
        </p:nvPicPr>
        <p:blipFill>
          <a:blip r:embed="rId3"/>
          <a:stretch/>
        </p:blipFill>
        <p:spPr bwMode="auto">
          <a:xfrm rot="16199999">
            <a:off x="-3068016" y="3058145"/>
            <a:ext cx="6857999" cy="741710"/>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7" name=""/>
                  <p:cNvPicPr/>
                  <p:nvPr/>
                </p:nvPicPr>
                <p:blipFill>
                  <a:blip/>
                  <a:stretch/>
                </p:blipFill>
                <p:spPr bwMode="auto">
                  <a:xfrm>
                    <a:off x="1959" y="1597"/>
                    <a:ext cx="1953" cy="1587"/>
                  </a:xfrm>
                  <a:prstGeom prst="rect">
                    <a:avLst/>
                  </a:prstGeom>
                </p:spPr>
              </p:pic>
            </p:oleObj>
          </a:graphicData>
        </a:graphic>
      </p:graphicFrame>
      <p:sp>
        <p:nvSpPr>
          <p:cNvPr id="4" name="Полилиния: фигура 3"/>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6" name="Прямоугольник 15"/>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20" name="Title 1"/>
          <p:cNvSpPr txBox="1"/>
          <p:nvPr userDrawn="1"/>
        </p:nvSpPr>
        <p:spPr bwMode="auto">
          <a:xfrm>
            <a:off x="2402922" y="367696"/>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B24C33"/>
                </a:solidFill>
                <a:latin typeface="DIN Pro Medium"/>
                <a:ea typeface="Arial"/>
                <a:cs typeface="Arial"/>
              </a:rPr>
              <a:t>Институт технологий управления</a:t>
            </a:r>
            <a:endParaRPr/>
          </a:p>
        </p:txBody>
      </p:sp>
      <p:grpSp>
        <p:nvGrpSpPr>
          <p:cNvPr id="28" name="Группа 27"/>
          <p:cNvGrpSpPr/>
          <p:nvPr userDrawn="1"/>
        </p:nvGrpSpPr>
        <p:grpSpPr bwMode="auto">
          <a:xfrm>
            <a:off x="9620249" y="530559"/>
            <a:ext cx="2022129" cy="1417607"/>
            <a:chOff x="4091278" y="2349598"/>
            <a:chExt cx="3638550" cy="2550793"/>
          </a:xfrm>
          <a:solidFill>
            <a:srgbClr val="B24C33"/>
          </a:solidFill>
        </p:grpSpPr>
        <p:sp>
          <p:nvSpPr>
            <p:cNvPr id="30" name="Полилиния: фигура 29"/>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1" name="Полилиния: фигура 30"/>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37" name="Рисунок 56"/>
            <p:cNvGrpSpPr/>
            <p:nvPr/>
          </p:nvGrpSpPr>
          <p:grpSpPr bwMode="auto">
            <a:xfrm>
              <a:off x="4471325" y="3925032"/>
              <a:ext cx="348614" cy="425767"/>
              <a:chOff x="4656772" y="3728084"/>
              <a:chExt cx="348614" cy="425767"/>
            </a:xfrm>
            <a:grpFill/>
          </p:grpSpPr>
          <p:sp>
            <p:nvSpPr>
              <p:cNvPr id="54" name="Полилиния: фигура 53"/>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5" name="Полилиния: фигура 54"/>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38" name="Рисунок 56"/>
            <p:cNvGrpSpPr/>
            <p:nvPr/>
          </p:nvGrpSpPr>
          <p:grpSpPr bwMode="auto">
            <a:xfrm>
              <a:off x="6878293" y="3916460"/>
              <a:ext cx="398144" cy="442912"/>
              <a:chOff x="7063740" y="3719512"/>
              <a:chExt cx="398144" cy="442912"/>
            </a:xfrm>
            <a:grpFill/>
          </p:grpSpPr>
          <p:sp>
            <p:nvSpPr>
              <p:cNvPr id="52" name="Полилиния: фигура 51"/>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3" name="Полилиния: фигура 52"/>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39" name="Полилиния: фигура 38"/>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40" name="Рисунок 56"/>
            <p:cNvGrpSpPr/>
            <p:nvPr/>
          </p:nvGrpSpPr>
          <p:grpSpPr bwMode="auto">
            <a:xfrm>
              <a:off x="6013423" y="3925032"/>
              <a:ext cx="364807" cy="425767"/>
              <a:chOff x="6198870" y="3728084"/>
              <a:chExt cx="364807" cy="425767"/>
            </a:xfrm>
            <a:grpFill/>
          </p:grpSpPr>
          <p:sp>
            <p:nvSpPr>
              <p:cNvPr id="50" name="Полилиния: фигура 49"/>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1" name="Полилиния: фигура 50"/>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41" name="Рисунок 56"/>
            <p:cNvGrpSpPr/>
            <p:nvPr/>
          </p:nvGrpSpPr>
          <p:grpSpPr bwMode="auto">
            <a:xfrm>
              <a:off x="4852325" y="3924079"/>
              <a:ext cx="360997" cy="426720"/>
              <a:chOff x="5037772" y="3727132"/>
              <a:chExt cx="360997" cy="426720"/>
            </a:xfrm>
            <a:grpFill/>
          </p:grpSpPr>
          <p:sp>
            <p:nvSpPr>
              <p:cNvPr id="48" name="Полилиния: фигура 47"/>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9" name="Полилиния: фигура 48"/>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42" name="Рисунок 56"/>
            <p:cNvGrpSpPr/>
            <p:nvPr/>
          </p:nvGrpSpPr>
          <p:grpSpPr bwMode="auto">
            <a:xfrm>
              <a:off x="7301203" y="3925032"/>
              <a:ext cx="428625" cy="425767"/>
              <a:chOff x="7486650" y="3728084"/>
              <a:chExt cx="428625" cy="425767"/>
            </a:xfrm>
            <a:grpFill/>
          </p:grpSpPr>
          <p:sp>
            <p:nvSpPr>
              <p:cNvPr id="46" name="Полилиния: фигура 45"/>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7" name="Полилиния: фигура 46"/>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43" name="Рисунок 56"/>
            <p:cNvGrpSpPr/>
            <p:nvPr/>
          </p:nvGrpSpPr>
          <p:grpSpPr bwMode="auto">
            <a:xfrm>
              <a:off x="4804700" y="2349598"/>
              <a:ext cx="2550795" cy="2550793"/>
              <a:chOff x="4990147" y="2152650"/>
              <a:chExt cx="2550795" cy="2550793"/>
            </a:xfrm>
            <a:grpFill/>
          </p:grpSpPr>
          <p:sp>
            <p:nvSpPr>
              <p:cNvPr id="44" name="Полилиния: фигура 43"/>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5" name="Полилиния: фигура 44"/>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56"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B24C33"/>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6"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ИТХТ">
    <p:spTree>
      <p:nvGrpSpPr>
        <p:cNvPr id="1" name=""/>
        <p:cNvGrpSpPr/>
        <p:nvPr/>
      </p:nvGrpSpPr>
      <p:grpSpPr bwMode="auto">
        <a:xfrm>
          <a:off x="0" y="0"/>
          <a:ext cx="0" cy="0"/>
          <a:chOff x="0" y="0"/>
          <a:chExt cx="0" cy="0"/>
        </a:xfrm>
      </p:grpSpPr>
      <p:pic>
        <p:nvPicPr>
          <p:cNvPr id="57" name="Рисунок 56"/>
          <p:cNvPicPr>
            <a:picLocks noChangeAspect="1"/>
          </p:cNvPicPr>
          <p:nvPr userDrawn="1"/>
        </p:nvPicPr>
        <p:blipFill>
          <a:blip r:embed="rId2"/>
          <a:stretch/>
        </p:blipFill>
        <p:spPr bwMode="auto">
          <a:xfrm rot="11154971">
            <a:off x="8460478" y="3361329"/>
            <a:ext cx="4768720" cy="4768720"/>
          </a:xfrm>
          <a:prstGeom prst="rect">
            <a:avLst/>
          </a:prstGeom>
        </p:spPr>
      </p:pic>
      <p:pic>
        <p:nvPicPr>
          <p:cNvPr id="56" name="Рисунок 55"/>
          <p:cNvPicPr>
            <a:picLocks noChangeAspect="1"/>
          </p:cNvPicPr>
          <p:nvPr userDrawn="1"/>
        </p:nvPicPr>
        <p:blipFill>
          <a:blip r:embed="rId2"/>
          <a:stretch/>
        </p:blipFill>
        <p:spPr bwMode="auto">
          <a:xfrm rot="7948498">
            <a:off x="979623" y="809711"/>
            <a:ext cx="4091425" cy="4091425"/>
          </a:xfrm>
          <a:prstGeom prst="rect">
            <a:avLst/>
          </a:prstGeom>
        </p:spPr>
      </p:pic>
      <p:pic>
        <p:nvPicPr>
          <p:cNvPr id="54" name="Рисунок 53"/>
          <p:cNvPicPr>
            <a:picLocks noChangeAspect="1"/>
          </p:cNvPicPr>
          <p:nvPr userDrawn="1"/>
        </p:nvPicPr>
        <p:blipFill>
          <a:blip r:embed="rId3"/>
          <a:stretch/>
        </p:blipFill>
        <p:spPr bwMode="auto">
          <a:xfrm rot="16199999">
            <a:off x="-3080722" y="3055582"/>
            <a:ext cx="6880621" cy="746838"/>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8" name=""/>
                  <p:cNvPicPr/>
                  <p:nvPr/>
                </p:nvPicPr>
                <p:blipFill>
                  <a:blip/>
                  <a:stretch/>
                </p:blipFill>
                <p:spPr bwMode="auto">
                  <a:xfrm>
                    <a:off x="1959" y="1597"/>
                    <a:ext cx="1953" cy="1587"/>
                  </a:xfrm>
                  <a:prstGeom prst="rect">
                    <a:avLst/>
                  </a:prstGeom>
                </p:spPr>
              </p:pic>
            </p:oleObj>
          </a:graphicData>
        </a:graphic>
      </p:graphicFrame>
      <p:sp>
        <p:nvSpPr>
          <p:cNvPr id="12" name="Полилиния: фигура 11"/>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4" name="Прямоугольник 13"/>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9" name="Title 1"/>
          <p:cNvSpPr txBox="1"/>
          <p:nvPr userDrawn="1"/>
        </p:nvSpPr>
        <p:spPr bwMode="auto">
          <a:xfrm>
            <a:off x="2402922" y="154725"/>
            <a:ext cx="7202131" cy="699403"/>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E9B622"/>
                </a:solidFill>
                <a:latin typeface="DIN Pro Medium"/>
                <a:ea typeface="Arial"/>
                <a:cs typeface="Arial"/>
              </a:rPr>
              <a:t>Институт перспективных технологий </a:t>
            </a:r>
            <a:br>
              <a:rPr lang="ru-RU" sz="1800" b="1" i="0" u="none" strike="noStrike" cap="none" spc="0">
                <a:ln>
                  <a:noFill/>
                </a:ln>
                <a:solidFill>
                  <a:srgbClr val="E9B622"/>
                </a:solidFill>
                <a:latin typeface="DIN Pro Medium"/>
                <a:ea typeface="Arial"/>
                <a:cs typeface="Arial"/>
              </a:rPr>
            </a:br>
            <a:r>
              <a:rPr lang="ru-RU" sz="1800" b="1" i="0" u="none" strike="noStrike" cap="none" spc="0">
                <a:ln>
                  <a:noFill/>
                </a:ln>
                <a:solidFill>
                  <a:srgbClr val="E9B622"/>
                </a:solidFill>
                <a:latin typeface="DIN Pro Medium"/>
                <a:ea typeface="Arial"/>
                <a:cs typeface="Arial"/>
              </a:rPr>
              <a:t>и индустриального программирования</a:t>
            </a:r>
            <a:endParaRPr/>
          </a:p>
        </p:txBody>
      </p:sp>
      <p:grpSp>
        <p:nvGrpSpPr>
          <p:cNvPr id="21" name="Группа 20"/>
          <p:cNvGrpSpPr/>
          <p:nvPr userDrawn="1"/>
        </p:nvGrpSpPr>
        <p:grpSpPr bwMode="auto">
          <a:xfrm>
            <a:off x="9620249" y="530559"/>
            <a:ext cx="2022129" cy="1417607"/>
            <a:chOff x="4091278" y="2349598"/>
            <a:chExt cx="3638550" cy="2550793"/>
          </a:xfrm>
          <a:solidFill>
            <a:srgbClr val="E9B622"/>
          </a:solidFill>
        </p:grpSpPr>
        <p:sp>
          <p:nvSpPr>
            <p:cNvPr id="23" name="Полилиния: фигура 22"/>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24" name="Полилиния: фигура 23"/>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nvGrpSpPr>
            <p:cNvPr id="25" name="Рисунок 56"/>
            <p:cNvGrpSpPr/>
            <p:nvPr/>
          </p:nvGrpSpPr>
          <p:grpSpPr bwMode="auto">
            <a:xfrm>
              <a:off x="4471325" y="3925032"/>
              <a:ext cx="348614" cy="425767"/>
              <a:chOff x="4656772" y="3728084"/>
              <a:chExt cx="348614" cy="425767"/>
            </a:xfrm>
            <a:grpFill/>
          </p:grpSpPr>
          <p:sp>
            <p:nvSpPr>
              <p:cNvPr id="50" name="Полилиния: фигура 49"/>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51" name="Полилиния: фигура 50"/>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grpSp>
          <p:nvGrpSpPr>
            <p:cNvPr id="26" name="Рисунок 56"/>
            <p:cNvGrpSpPr/>
            <p:nvPr/>
          </p:nvGrpSpPr>
          <p:grpSpPr bwMode="auto">
            <a:xfrm>
              <a:off x="6878293" y="3916460"/>
              <a:ext cx="398144" cy="442912"/>
              <a:chOff x="7063740" y="3719512"/>
              <a:chExt cx="398144" cy="442912"/>
            </a:xfrm>
            <a:grpFill/>
          </p:grpSpPr>
          <p:sp>
            <p:nvSpPr>
              <p:cNvPr id="48" name="Полилиния: фигура 47"/>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49" name="Полилиния: фигура 48"/>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sp>
          <p:nvSpPr>
            <p:cNvPr id="27" name="Полилиния: фигура 26"/>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nvGrpSpPr>
            <p:cNvPr id="31" name="Рисунок 56"/>
            <p:cNvGrpSpPr/>
            <p:nvPr/>
          </p:nvGrpSpPr>
          <p:grpSpPr bwMode="auto">
            <a:xfrm>
              <a:off x="6013423" y="3925032"/>
              <a:ext cx="364807" cy="425767"/>
              <a:chOff x="6198870" y="3728084"/>
              <a:chExt cx="364807" cy="425767"/>
            </a:xfrm>
            <a:grpFill/>
          </p:grpSpPr>
          <p:sp>
            <p:nvSpPr>
              <p:cNvPr id="46" name="Полилиния: фигура 45"/>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47" name="Полилиния: фигура 46"/>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grpSp>
          <p:nvGrpSpPr>
            <p:cNvPr id="37" name="Рисунок 56"/>
            <p:cNvGrpSpPr/>
            <p:nvPr/>
          </p:nvGrpSpPr>
          <p:grpSpPr bwMode="auto">
            <a:xfrm>
              <a:off x="4852325" y="3924079"/>
              <a:ext cx="360997" cy="426720"/>
              <a:chOff x="5037772" y="3727132"/>
              <a:chExt cx="360997" cy="426720"/>
            </a:xfrm>
            <a:grpFill/>
          </p:grpSpPr>
          <p:sp>
            <p:nvSpPr>
              <p:cNvPr id="44" name="Полилиния: фигура 43"/>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45" name="Полилиния: фигура 44"/>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grpSp>
          <p:nvGrpSpPr>
            <p:cNvPr id="38" name="Рисунок 56"/>
            <p:cNvGrpSpPr/>
            <p:nvPr/>
          </p:nvGrpSpPr>
          <p:grpSpPr bwMode="auto">
            <a:xfrm>
              <a:off x="7301203" y="3925032"/>
              <a:ext cx="428625" cy="425767"/>
              <a:chOff x="7486650" y="3728084"/>
              <a:chExt cx="428625" cy="425767"/>
            </a:xfrm>
            <a:grpFill/>
          </p:grpSpPr>
          <p:sp>
            <p:nvSpPr>
              <p:cNvPr id="42" name="Полилиния: фигура 41"/>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43" name="Полилиния: фигура 42"/>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grpSp>
          <p:nvGrpSpPr>
            <p:cNvPr id="39" name="Рисунок 56"/>
            <p:cNvGrpSpPr/>
            <p:nvPr/>
          </p:nvGrpSpPr>
          <p:grpSpPr bwMode="auto">
            <a:xfrm>
              <a:off x="4804700" y="2349598"/>
              <a:ext cx="2550795" cy="2550793"/>
              <a:chOff x="4990147" y="2152650"/>
              <a:chExt cx="2550795" cy="2550793"/>
            </a:xfrm>
            <a:grpFill/>
          </p:grpSpPr>
          <p:sp>
            <p:nvSpPr>
              <p:cNvPr id="40" name="Полилиния: фигура 3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sp>
            <p:nvSpPr>
              <p:cNvPr id="41" name="Полилиния: фигура 4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E9B622"/>
                  </a:solidFill>
                  <a:latin typeface="DIN Pro Regular"/>
                  <a:ea typeface="Arial"/>
                  <a:cs typeface="Arial"/>
                </a:endParaRPr>
              </a:p>
            </p:txBody>
          </p:sp>
        </p:grpSp>
      </p:grpSp>
      <p:sp>
        <p:nvSpPr>
          <p:cNvPr id="52"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E9B622"/>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5"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ИРИ">
    <p:spTree>
      <p:nvGrpSpPr>
        <p:cNvPr id="1" name=""/>
        <p:cNvGrpSpPr/>
        <p:nvPr/>
      </p:nvGrpSpPr>
      <p:grpSpPr bwMode="auto">
        <a:xfrm>
          <a:off x="0" y="0"/>
          <a:ext cx="0" cy="0"/>
          <a:chOff x="0" y="0"/>
          <a:chExt cx="0" cy="0"/>
        </a:xfrm>
      </p:grpSpPr>
      <p:pic>
        <p:nvPicPr>
          <p:cNvPr id="57" name="Рисунок 56"/>
          <p:cNvPicPr>
            <a:picLocks noChangeAspect="1"/>
          </p:cNvPicPr>
          <p:nvPr userDrawn="1"/>
        </p:nvPicPr>
        <p:blipFill>
          <a:blip r:embed="rId2"/>
          <a:stretch/>
        </p:blipFill>
        <p:spPr bwMode="auto">
          <a:xfrm rot="10800000">
            <a:off x="8495717" y="3300803"/>
            <a:ext cx="4997470" cy="4997470"/>
          </a:xfrm>
          <a:prstGeom prst="rect">
            <a:avLst/>
          </a:prstGeom>
        </p:spPr>
      </p:pic>
      <p:pic>
        <p:nvPicPr>
          <p:cNvPr id="56" name="Рисунок 55"/>
          <p:cNvPicPr>
            <a:picLocks noChangeAspect="1"/>
          </p:cNvPicPr>
          <p:nvPr userDrawn="1"/>
        </p:nvPicPr>
        <p:blipFill>
          <a:blip r:embed="rId2"/>
          <a:stretch/>
        </p:blipFill>
        <p:spPr bwMode="auto">
          <a:xfrm rot="7199999">
            <a:off x="1043854" y="736186"/>
            <a:ext cx="4187311" cy="4187311"/>
          </a:xfrm>
          <a:prstGeom prst="rect">
            <a:avLst/>
          </a:prstGeom>
        </p:spPr>
      </p:pic>
      <p:pic>
        <p:nvPicPr>
          <p:cNvPr id="54" name="Рисунок 53"/>
          <p:cNvPicPr>
            <a:picLocks noChangeAspect="1"/>
          </p:cNvPicPr>
          <p:nvPr userDrawn="1"/>
        </p:nvPicPr>
        <p:blipFill>
          <a:blip r:embed="rId3"/>
          <a:stretch/>
        </p:blipFill>
        <p:spPr bwMode="auto">
          <a:xfrm rot="16199999">
            <a:off x="-3088384" y="3067903"/>
            <a:ext cx="6877515" cy="741710"/>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09" name=""/>
                  <p:cNvPicPr/>
                  <p:nvPr/>
                </p:nvPicPr>
                <p:blipFill>
                  <a:blip/>
                  <a:stretch/>
                </p:blipFill>
                <p:spPr bwMode="auto">
                  <a:xfrm>
                    <a:off x="1959" y="1597"/>
                    <a:ext cx="1953" cy="1587"/>
                  </a:xfrm>
                  <a:prstGeom prst="rect">
                    <a:avLst/>
                  </a:prstGeom>
                </p:spPr>
              </p:pic>
            </p:oleObj>
          </a:graphicData>
        </a:graphic>
      </p:graphicFrame>
      <p:sp>
        <p:nvSpPr>
          <p:cNvPr id="12" name="Полилиния: фигура 11"/>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4" name="Прямоугольник 13"/>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21" name="Title 1"/>
          <p:cNvSpPr txBox="1"/>
          <p:nvPr userDrawn="1"/>
        </p:nvSpPr>
        <p:spPr bwMode="auto">
          <a:xfrm>
            <a:off x="2402922" y="287275"/>
            <a:ext cx="6011149"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712073"/>
                </a:solidFill>
                <a:latin typeface="DIN Pro Medium"/>
                <a:ea typeface="Arial"/>
                <a:cs typeface="Arial"/>
              </a:rPr>
              <a:t>Институт радиоэлектроники и информатики</a:t>
            </a:r>
            <a:endParaRPr/>
          </a:p>
        </p:txBody>
      </p:sp>
      <p:grpSp>
        <p:nvGrpSpPr>
          <p:cNvPr id="23" name="Группа 22"/>
          <p:cNvGrpSpPr/>
          <p:nvPr userDrawn="1"/>
        </p:nvGrpSpPr>
        <p:grpSpPr bwMode="auto">
          <a:xfrm>
            <a:off x="9620249" y="530559"/>
            <a:ext cx="2022129" cy="1417607"/>
            <a:chOff x="4091278" y="2349598"/>
            <a:chExt cx="3638550" cy="2550793"/>
          </a:xfrm>
          <a:solidFill>
            <a:srgbClr val="712073"/>
          </a:solidFill>
        </p:grpSpPr>
        <p:sp>
          <p:nvSpPr>
            <p:cNvPr id="24" name="Полилиния: фигура 23"/>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6" name="Рисунок 56"/>
            <p:cNvGrpSpPr/>
            <p:nvPr/>
          </p:nvGrpSpPr>
          <p:grpSpPr bwMode="auto">
            <a:xfrm>
              <a:off x="4471325" y="3925032"/>
              <a:ext cx="348614" cy="425767"/>
              <a:chOff x="4656772" y="3728084"/>
              <a:chExt cx="348614" cy="425767"/>
            </a:xfrm>
            <a:grpFill/>
          </p:grpSpPr>
          <p:sp>
            <p:nvSpPr>
              <p:cNvPr id="50" name="Полилиния: фигура 49"/>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1" name="Полилиния: фигура 50"/>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7" name="Рисунок 56"/>
            <p:cNvGrpSpPr/>
            <p:nvPr/>
          </p:nvGrpSpPr>
          <p:grpSpPr bwMode="auto">
            <a:xfrm>
              <a:off x="6878293" y="3916460"/>
              <a:ext cx="398144" cy="442912"/>
              <a:chOff x="7063740" y="3719512"/>
              <a:chExt cx="398144" cy="442912"/>
            </a:xfrm>
            <a:grpFill/>
          </p:grpSpPr>
          <p:sp>
            <p:nvSpPr>
              <p:cNvPr id="48" name="Полилиния: фигура 47"/>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9" name="Полилиния: фигура 48"/>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30" name="Полилиния: фигура 29"/>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31" name="Рисунок 56"/>
            <p:cNvGrpSpPr/>
            <p:nvPr/>
          </p:nvGrpSpPr>
          <p:grpSpPr bwMode="auto">
            <a:xfrm>
              <a:off x="6013423" y="3925032"/>
              <a:ext cx="364807" cy="425767"/>
              <a:chOff x="6198870" y="3728084"/>
              <a:chExt cx="364807" cy="425767"/>
            </a:xfrm>
            <a:grpFill/>
          </p:grpSpPr>
          <p:sp>
            <p:nvSpPr>
              <p:cNvPr id="46" name="Полилиния: фигура 45"/>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7" name="Полилиния: фигура 46"/>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37" name="Рисунок 56"/>
            <p:cNvGrpSpPr/>
            <p:nvPr/>
          </p:nvGrpSpPr>
          <p:grpSpPr bwMode="auto">
            <a:xfrm>
              <a:off x="4852325" y="3924079"/>
              <a:ext cx="360997" cy="426720"/>
              <a:chOff x="5037772" y="3727132"/>
              <a:chExt cx="360997" cy="426720"/>
            </a:xfrm>
            <a:grpFill/>
          </p:grpSpPr>
          <p:sp>
            <p:nvSpPr>
              <p:cNvPr id="44" name="Полилиния: фигура 43"/>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5" name="Полилиния: фигура 44"/>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38" name="Рисунок 56"/>
            <p:cNvGrpSpPr/>
            <p:nvPr/>
          </p:nvGrpSpPr>
          <p:grpSpPr bwMode="auto">
            <a:xfrm>
              <a:off x="7301203" y="3925032"/>
              <a:ext cx="428625" cy="425767"/>
              <a:chOff x="7486650" y="3728084"/>
              <a:chExt cx="428625" cy="425767"/>
            </a:xfrm>
            <a:grpFill/>
          </p:grpSpPr>
          <p:sp>
            <p:nvSpPr>
              <p:cNvPr id="42" name="Полилиния: фигура 41"/>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3" name="Полилиния: фигура 42"/>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39" name="Рисунок 56"/>
            <p:cNvGrpSpPr/>
            <p:nvPr/>
          </p:nvGrpSpPr>
          <p:grpSpPr bwMode="auto">
            <a:xfrm>
              <a:off x="4804700" y="2349598"/>
              <a:ext cx="2550795" cy="2550793"/>
              <a:chOff x="4990147" y="2152650"/>
              <a:chExt cx="2550795" cy="2550793"/>
            </a:xfrm>
            <a:grpFill/>
          </p:grpSpPr>
          <p:sp>
            <p:nvSpPr>
              <p:cNvPr id="40" name="Полилиния: фигура 3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1" name="Полилиния: фигура 4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52"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712073"/>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5"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1_Обложка ИКБ">
    <p:spTree>
      <p:nvGrpSpPr>
        <p:cNvPr id="1" name=""/>
        <p:cNvGrpSpPr/>
        <p:nvPr/>
      </p:nvGrpSpPr>
      <p:grpSpPr bwMode="auto">
        <a:xfrm>
          <a:off x="0" y="0"/>
          <a:ext cx="0" cy="0"/>
          <a:chOff x="0" y="0"/>
          <a:chExt cx="0" cy="0"/>
        </a:xfrm>
      </p:grpSpPr>
      <p:pic>
        <p:nvPicPr>
          <p:cNvPr id="56" name="Рисунок 55"/>
          <p:cNvPicPr>
            <a:picLocks noChangeAspect="1"/>
          </p:cNvPicPr>
          <p:nvPr userDrawn="1"/>
        </p:nvPicPr>
        <p:blipFill>
          <a:blip r:embed="rId2"/>
          <a:stretch/>
        </p:blipFill>
        <p:spPr bwMode="auto">
          <a:xfrm rot="7820768">
            <a:off x="1045770" y="815639"/>
            <a:ext cx="4110084" cy="4110080"/>
          </a:xfrm>
          <a:prstGeom prst="rect">
            <a:avLst/>
          </a:prstGeom>
        </p:spPr>
      </p:pic>
      <p:pic>
        <p:nvPicPr>
          <p:cNvPr id="60" name="Рисунок 59"/>
          <p:cNvPicPr>
            <a:picLocks noChangeAspect="1"/>
          </p:cNvPicPr>
          <p:nvPr userDrawn="1"/>
        </p:nvPicPr>
        <p:blipFill>
          <a:blip r:embed="rId2"/>
          <a:stretch/>
        </p:blipFill>
        <p:spPr bwMode="auto">
          <a:xfrm rot="10800000">
            <a:off x="8502883" y="3357693"/>
            <a:ext cx="4856283" cy="4856281"/>
          </a:xfrm>
          <a:prstGeom prst="rect">
            <a:avLst/>
          </a:prstGeom>
        </p:spPr>
      </p:pic>
      <p:pic>
        <p:nvPicPr>
          <p:cNvPr id="58" name="Рисунок 57"/>
          <p:cNvPicPr>
            <a:picLocks noChangeAspect="1"/>
          </p:cNvPicPr>
          <p:nvPr userDrawn="1"/>
        </p:nvPicPr>
        <p:blipFill>
          <a:blip r:embed="rId3"/>
          <a:stretch/>
        </p:blipFill>
        <p:spPr bwMode="auto">
          <a:xfrm rot="16199999">
            <a:off x="-3071796" y="3058144"/>
            <a:ext cx="6858000" cy="741712"/>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10" name=""/>
                  <p:cNvPicPr/>
                  <p:nvPr/>
                </p:nvPicPr>
                <p:blipFill>
                  <a:blip/>
                  <a:stretch/>
                </p:blipFill>
                <p:spPr bwMode="auto">
                  <a:xfrm>
                    <a:off x="1959" y="1597"/>
                    <a:ext cx="1953" cy="1587"/>
                  </a:xfrm>
                  <a:prstGeom prst="rect">
                    <a:avLst/>
                  </a:prstGeom>
                </p:spPr>
              </p:pic>
            </p:oleObj>
          </a:graphicData>
        </a:graphic>
      </p:graphicFrame>
      <p:sp>
        <p:nvSpPr>
          <p:cNvPr id="7" name="Полилиния: фигура 6"/>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4" name="Title 1"/>
          <p:cNvSpPr txBox="1"/>
          <p:nvPr userDrawn="1"/>
        </p:nvSpPr>
        <p:spPr bwMode="auto">
          <a:xfrm>
            <a:off x="2402922" y="368869"/>
            <a:ext cx="6011149"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006D81"/>
                </a:solidFill>
                <a:latin typeface="DIN Pro Medium"/>
                <a:ea typeface="Arial"/>
                <a:cs typeface="Arial"/>
              </a:rPr>
              <a:t>Институт кибербезопасности и цифровых технологий</a:t>
            </a:r>
            <a:endParaRPr/>
          </a:p>
        </p:txBody>
      </p:sp>
      <p:grpSp>
        <p:nvGrpSpPr>
          <p:cNvPr id="16" name="Группа 15"/>
          <p:cNvGrpSpPr/>
          <p:nvPr userDrawn="1"/>
        </p:nvGrpSpPr>
        <p:grpSpPr bwMode="auto">
          <a:xfrm>
            <a:off x="9620249" y="530559"/>
            <a:ext cx="2022129" cy="1417607"/>
            <a:chOff x="4091278" y="2349598"/>
            <a:chExt cx="3638550" cy="2550793"/>
          </a:xfrm>
          <a:solidFill>
            <a:srgbClr val="006D81"/>
          </a:solidFill>
        </p:grpSpPr>
        <p:sp>
          <p:nvSpPr>
            <p:cNvPr id="19" name="Полилиния: фигура 1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0" name="Полилиния: фигура 19"/>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1" name="Рисунок 56"/>
            <p:cNvGrpSpPr/>
            <p:nvPr/>
          </p:nvGrpSpPr>
          <p:grpSpPr bwMode="auto">
            <a:xfrm>
              <a:off x="4471325" y="3925032"/>
              <a:ext cx="348614" cy="425767"/>
              <a:chOff x="4656772" y="3728084"/>
              <a:chExt cx="348614" cy="425767"/>
            </a:xfrm>
            <a:grpFill/>
          </p:grpSpPr>
          <p:sp>
            <p:nvSpPr>
              <p:cNvPr id="52" name="Полилиния: фигура 51"/>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3" name="Полилиния: фигура 52"/>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3" name="Рисунок 56"/>
            <p:cNvGrpSpPr/>
            <p:nvPr/>
          </p:nvGrpSpPr>
          <p:grpSpPr bwMode="auto">
            <a:xfrm>
              <a:off x="6878293" y="3916460"/>
              <a:ext cx="398144" cy="442912"/>
              <a:chOff x="7063740" y="3719512"/>
              <a:chExt cx="398144" cy="442912"/>
            </a:xfrm>
            <a:grpFill/>
          </p:grpSpPr>
          <p:sp>
            <p:nvSpPr>
              <p:cNvPr id="50" name="Полилиния: фигура 49"/>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1" name="Полилиния: фигура 50"/>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24" name="Полилиния: фигура 23"/>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5" name="Рисунок 56"/>
            <p:cNvGrpSpPr/>
            <p:nvPr/>
          </p:nvGrpSpPr>
          <p:grpSpPr bwMode="auto">
            <a:xfrm>
              <a:off x="6013423" y="3925032"/>
              <a:ext cx="364807" cy="425767"/>
              <a:chOff x="6198870" y="3728084"/>
              <a:chExt cx="364807" cy="425767"/>
            </a:xfrm>
            <a:grpFill/>
          </p:grpSpPr>
          <p:sp>
            <p:nvSpPr>
              <p:cNvPr id="48" name="Полилиния: фигура 47"/>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9" name="Полилиния: фигура 48"/>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6" name="Рисунок 56"/>
            <p:cNvGrpSpPr/>
            <p:nvPr/>
          </p:nvGrpSpPr>
          <p:grpSpPr bwMode="auto">
            <a:xfrm>
              <a:off x="4852325" y="3924079"/>
              <a:ext cx="360997" cy="426720"/>
              <a:chOff x="5037772" y="3727132"/>
              <a:chExt cx="360997" cy="426720"/>
            </a:xfrm>
            <a:grpFill/>
          </p:grpSpPr>
          <p:sp>
            <p:nvSpPr>
              <p:cNvPr id="46" name="Полилиния: фигура 45"/>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7" name="Полилиния: фигура 46"/>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7" name="Рисунок 56"/>
            <p:cNvGrpSpPr/>
            <p:nvPr/>
          </p:nvGrpSpPr>
          <p:grpSpPr bwMode="auto">
            <a:xfrm>
              <a:off x="7301203" y="3925032"/>
              <a:ext cx="428625" cy="425767"/>
              <a:chOff x="7486650" y="3728084"/>
              <a:chExt cx="428625" cy="425767"/>
            </a:xfrm>
            <a:grpFill/>
          </p:grpSpPr>
          <p:sp>
            <p:nvSpPr>
              <p:cNvPr id="37" name="Полилиния: фигура 36"/>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4" name="Полилиния: фигура 4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8" name="Рисунок 56"/>
            <p:cNvGrpSpPr/>
            <p:nvPr/>
          </p:nvGrpSpPr>
          <p:grpSpPr bwMode="auto">
            <a:xfrm>
              <a:off x="4804700" y="2349598"/>
              <a:ext cx="2550795" cy="2550793"/>
              <a:chOff x="4990147" y="2152650"/>
              <a:chExt cx="2550795" cy="2550793"/>
            </a:xfrm>
            <a:grpFill/>
          </p:grpSpPr>
          <p:sp>
            <p:nvSpPr>
              <p:cNvPr id="30" name="Полилиния: фигура 2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1" name="Полилиния: фигура 3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54"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006D81"/>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5"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_Обложка Колледж">
    <p:spTree>
      <p:nvGrpSpPr>
        <p:cNvPr id="1" name=""/>
        <p:cNvGrpSpPr/>
        <p:nvPr/>
      </p:nvGrpSpPr>
      <p:grpSpPr bwMode="auto">
        <a:xfrm>
          <a:off x="0" y="0"/>
          <a:ext cx="0" cy="0"/>
          <a:chOff x="0" y="0"/>
          <a:chExt cx="0" cy="0"/>
        </a:xfrm>
      </p:grpSpPr>
      <p:pic>
        <p:nvPicPr>
          <p:cNvPr id="8" name="Рисунок 7"/>
          <p:cNvPicPr>
            <a:picLocks noChangeAspect="1"/>
          </p:cNvPicPr>
          <p:nvPr userDrawn="1"/>
        </p:nvPicPr>
        <p:blipFill>
          <a:blip r:embed="rId2"/>
          <a:stretch/>
        </p:blipFill>
        <p:spPr bwMode="auto">
          <a:xfrm rot="9899999">
            <a:off x="8449293" y="3340505"/>
            <a:ext cx="4883868" cy="4883864"/>
          </a:xfrm>
          <a:prstGeom prst="rect">
            <a:avLst/>
          </a:prstGeom>
        </p:spPr>
      </p:pic>
      <p:pic>
        <p:nvPicPr>
          <p:cNvPr id="6" name="Рисунок 5"/>
          <p:cNvPicPr>
            <a:picLocks noChangeAspect="1"/>
          </p:cNvPicPr>
          <p:nvPr userDrawn="1"/>
        </p:nvPicPr>
        <p:blipFill>
          <a:blip r:embed="rId3"/>
          <a:stretch/>
        </p:blipFill>
        <p:spPr bwMode="auto">
          <a:xfrm rot="16199999">
            <a:off x="-3075891" y="3045839"/>
            <a:ext cx="6857999" cy="766319"/>
          </a:xfrm>
          <a:prstGeom prst="rect">
            <a:avLst/>
          </a:prstGeom>
        </p:spPr>
      </p:pic>
      <p:pic>
        <p:nvPicPr>
          <p:cNvPr id="4" name="Рисунок 3"/>
          <p:cNvPicPr>
            <a:picLocks noChangeAspect="1"/>
          </p:cNvPicPr>
          <p:nvPr userDrawn="1"/>
        </p:nvPicPr>
        <p:blipFill>
          <a:blip r:embed="rId2"/>
          <a:stretch/>
        </p:blipFill>
        <p:spPr bwMode="auto">
          <a:xfrm rot="6686232">
            <a:off x="1037422" y="781037"/>
            <a:ext cx="4179286" cy="4179282"/>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11" name=""/>
                  <p:cNvPicPr/>
                  <p:nvPr/>
                </p:nvPicPr>
                <p:blipFill>
                  <a:blip/>
                  <a:stretch/>
                </p:blipFill>
                <p:spPr bwMode="auto">
                  <a:xfrm>
                    <a:off x="1959" y="1597"/>
                    <a:ext cx="1953" cy="1587"/>
                  </a:xfrm>
                  <a:prstGeom prst="rect">
                    <a:avLst/>
                  </a:prstGeom>
                </p:spPr>
              </p:pic>
            </p:oleObj>
          </a:graphicData>
        </a:graphic>
      </p:graphicFrame>
      <p:sp>
        <p:nvSpPr>
          <p:cNvPr id="7" name="Полилиния: фигура 6"/>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4" name="Title 1"/>
          <p:cNvSpPr txBox="1"/>
          <p:nvPr userDrawn="1"/>
        </p:nvSpPr>
        <p:spPr bwMode="auto">
          <a:xfrm>
            <a:off x="2402922" y="180857"/>
            <a:ext cx="6402705" cy="699403"/>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EA7125"/>
                </a:solidFill>
                <a:latin typeface="DIN Pro Medium"/>
                <a:ea typeface="Arial"/>
                <a:cs typeface="Arial"/>
              </a:rPr>
              <a:t>Колледж программирования </a:t>
            </a:r>
            <a:br>
              <a:rPr lang="ru-RU" sz="1800" b="1" i="0" u="none" strike="noStrike" cap="none" spc="0">
                <a:ln>
                  <a:noFill/>
                </a:ln>
                <a:solidFill>
                  <a:srgbClr val="EA7125"/>
                </a:solidFill>
                <a:latin typeface="DIN Pro Medium"/>
                <a:ea typeface="Arial"/>
                <a:cs typeface="Arial"/>
              </a:rPr>
            </a:br>
            <a:r>
              <a:rPr lang="ru-RU" sz="1800" b="1" i="0" u="none" strike="noStrike" cap="none" spc="0">
                <a:ln>
                  <a:noFill/>
                </a:ln>
                <a:solidFill>
                  <a:srgbClr val="EA7125"/>
                </a:solidFill>
                <a:latin typeface="DIN Pro Medium"/>
                <a:ea typeface="Arial"/>
                <a:cs typeface="Arial"/>
              </a:rPr>
              <a:t>и кибербезопасности</a:t>
            </a:r>
            <a:endParaRPr/>
          </a:p>
        </p:txBody>
      </p:sp>
      <p:grpSp>
        <p:nvGrpSpPr>
          <p:cNvPr id="16" name="Группа 15"/>
          <p:cNvGrpSpPr/>
          <p:nvPr userDrawn="1"/>
        </p:nvGrpSpPr>
        <p:grpSpPr bwMode="auto">
          <a:xfrm>
            <a:off x="9620249" y="530559"/>
            <a:ext cx="2022129" cy="1417607"/>
            <a:chOff x="4091278" y="2349598"/>
            <a:chExt cx="3638550" cy="2550793"/>
          </a:xfrm>
          <a:solidFill>
            <a:srgbClr val="EA7125"/>
          </a:solidFill>
        </p:grpSpPr>
        <p:sp>
          <p:nvSpPr>
            <p:cNvPr id="19" name="Полилиния: фигура 1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0" name="Полилиния: фигура 19"/>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1" name="Рисунок 56"/>
            <p:cNvGrpSpPr/>
            <p:nvPr/>
          </p:nvGrpSpPr>
          <p:grpSpPr bwMode="auto">
            <a:xfrm>
              <a:off x="4471325" y="3925032"/>
              <a:ext cx="348614" cy="425767"/>
              <a:chOff x="4656772" y="3728084"/>
              <a:chExt cx="348614" cy="425767"/>
            </a:xfrm>
            <a:grpFill/>
          </p:grpSpPr>
          <p:sp>
            <p:nvSpPr>
              <p:cNvPr id="52" name="Полилиния: фигура 51"/>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3" name="Полилиния: фигура 52"/>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3" name="Рисунок 56"/>
            <p:cNvGrpSpPr/>
            <p:nvPr/>
          </p:nvGrpSpPr>
          <p:grpSpPr bwMode="auto">
            <a:xfrm>
              <a:off x="6878293" y="3916460"/>
              <a:ext cx="398144" cy="442912"/>
              <a:chOff x="7063740" y="3719512"/>
              <a:chExt cx="398144" cy="442912"/>
            </a:xfrm>
            <a:grpFill/>
          </p:grpSpPr>
          <p:sp>
            <p:nvSpPr>
              <p:cNvPr id="50" name="Полилиния: фигура 49"/>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51" name="Полилиния: фигура 50"/>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24" name="Полилиния: фигура 23"/>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25" name="Рисунок 56"/>
            <p:cNvGrpSpPr/>
            <p:nvPr/>
          </p:nvGrpSpPr>
          <p:grpSpPr bwMode="auto">
            <a:xfrm>
              <a:off x="6013423" y="3925032"/>
              <a:ext cx="364807" cy="425767"/>
              <a:chOff x="6198870" y="3728084"/>
              <a:chExt cx="364807" cy="425767"/>
            </a:xfrm>
            <a:grpFill/>
          </p:grpSpPr>
          <p:sp>
            <p:nvSpPr>
              <p:cNvPr id="48" name="Полилиния: фигура 47"/>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9" name="Полилиния: фигура 48"/>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6" name="Рисунок 56"/>
            <p:cNvGrpSpPr/>
            <p:nvPr/>
          </p:nvGrpSpPr>
          <p:grpSpPr bwMode="auto">
            <a:xfrm>
              <a:off x="4852325" y="3924079"/>
              <a:ext cx="360997" cy="426720"/>
              <a:chOff x="5037772" y="3727132"/>
              <a:chExt cx="360997" cy="426720"/>
            </a:xfrm>
            <a:grpFill/>
          </p:grpSpPr>
          <p:sp>
            <p:nvSpPr>
              <p:cNvPr id="46" name="Полилиния: фигура 45"/>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7" name="Полилиния: фигура 46"/>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7" name="Рисунок 56"/>
            <p:cNvGrpSpPr/>
            <p:nvPr/>
          </p:nvGrpSpPr>
          <p:grpSpPr bwMode="auto">
            <a:xfrm>
              <a:off x="7301203" y="3925032"/>
              <a:ext cx="428625" cy="425767"/>
              <a:chOff x="7486650" y="3728084"/>
              <a:chExt cx="428625" cy="425767"/>
            </a:xfrm>
            <a:grpFill/>
          </p:grpSpPr>
          <p:sp>
            <p:nvSpPr>
              <p:cNvPr id="37" name="Полилиния: фигура 36"/>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44" name="Полилиния: фигура 4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8" name="Рисунок 56"/>
            <p:cNvGrpSpPr/>
            <p:nvPr/>
          </p:nvGrpSpPr>
          <p:grpSpPr bwMode="auto">
            <a:xfrm>
              <a:off x="4804700" y="2349598"/>
              <a:ext cx="2550795" cy="2550793"/>
              <a:chOff x="4990147" y="2152650"/>
              <a:chExt cx="2550795" cy="2550793"/>
            </a:xfrm>
            <a:grpFill/>
          </p:grpSpPr>
          <p:sp>
            <p:nvSpPr>
              <p:cNvPr id="30" name="Полилиния: фигура 2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1" name="Полилиния: фигура 3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54"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EA7125"/>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10"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Обложка ПИШ">
    <p:spTree>
      <p:nvGrpSpPr>
        <p:cNvPr id="1" name=""/>
        <p:cNvGrpSpPr/>
        <p:nvPr/>
      </p:nvGrpSpPr>
      <p:grpSpPr bwMode="auto">
        <a:xfrm>
          <a:off x="0" y="0"/>
          <a:ext cx="0" cy="0"/>
          <a:chOff x="0" y="0"/>
          <a:chExt cx="0" cy="0"/>
        </a:xfrm>
      </p:grpSpPr>
      <p:pic>
        <p:nvPicPr>
          <p:cNvPr id="10" name="Рисунок 9"/>
          <p:cNvPicPr>
            <a:picLocks noChangeAspect="1"/>
          </p:cNvPicPr>
          <p:nvPr userDrawn="1"/>
        </p:nvPicPr>
        <p:blipFill>
          <a:blip r:embed="rId2"/>
          <a:stretch/>
        </p:blipFill>
        <p:spPr bwMode="auto">
          <a:xfrm rot="10800000">
            <a:off x="8510360" y="3356738"/>
            <a:ext cx="4793067" cy="4793067"/>
          </a:xfrm>
          <a:prstGeom prst="rect">
            <a:avLst/>
          </a:prstGeom>
        </p:spPr>
      </p:pic>
      <p:pic>
        <p:nvPicPr>
          <p:cNvPr id="4" name="Рисунок 3"/>
          <p:cNvPicPr>
            <a:picLocks noChangeAspect="1"/>
          </p:cNvPicPr>
          <p:nvPr userDrawn="1"/>
        </p:nvPicPr>
        <p:blipFill>
          <a:blip r:embed="rId2"/>
          <a:stretch/>
        </p:blipFill>
        <p:spPr bwMode="auto">
          <a:xfrm rot="7539414">
            <a:off x="1045283" y="769470"/>
            <a:ext cx="4159130" cy="4159130"/>
          </a:xfrm>
          <a:prstGeom prst="rect">
            <a:avLst/>
          </a:prstGeom>
        </p:spPr>
      </p:pic>
      <p:pic>
        <p:nvPicPr>
          <p:cNvPr id="8" name="Рисунок 7"/>
          <p:cNvPicPr>
            <a:picLocks noChangeAspect="1"/>
          </p:cNvPicPr>
          <p:nvPr userDrawn="1"/>
        </p:nvPicPr>
        <p:blipFill>
          <a:blip r:embed="rId3"/>
          <a:stretch/>
        </p:blipFill>
        <p:spPr bwMode="auto">
          <a:xfrm rot="16199999">
            <a:off x="-3086110" y="3046450"/>
            <a:ext cx="6886627" cy="741714"/>
          </a:xfrm>
          <a:prstGeom prst="rect">
            <a:avLst/>
          </a:prstGeom>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4" imgW="0" imgH="0" progId="TCLayout.ActiveDocument.1">
              <p:embed/>
              <p:pic>
                <p:nvPicPr>
                  <p:cNvPr id="112" name=""/>
                  <p:cNvPicPr/>
                  <p:nvPr/>
                </p:nvPicPr>
                <p:blipFill>
                  <a:blip/>
                  <a:stretch/>
                </p:blipFill>
                <p:spPr bwMode="auto">
                  <a:xfrm>
                    <a:off x="1959" y="1597"/>
                    <a:ext cx="1953" cy="1587"/>
                  </a:xfrm>
                  <a:prstGeom prst="rect">
                    <a:avLst/>
                  </a:prstGeom>
                </p:spPr>
              </p:pic>
            </p:oleObj>
          </a:graphicData>
        </a:graphic>
      </p:graphicFrame>
      <p:sp>
        <p:nvSpPr>
          <p:cNvPr id="7" name="Полилиния: фигура 6"/>
          <p:cNvSpPr/>
          <p:nvPr userDrawn="1"/>
        </p:nvSpPr>
        <p:spPr bwMode="auto">
          <a:xfrm rot="2053505">
            <a:off x="6494850" y="2881621"/>
            <a:ext cx="6707999" cy="6708001"/>
          </a:xfrm>
          <a:custGeom>
            <a:avLst/>
            <a:gdLst>
              <a:gd name="connsiteX0" fmla="*/ 7502648 w 7502647"/>
              <a:gd name="connsiteY0" fmla="*/ 3751324 h 7502647"/>
              <a:gd name="connsiteX1" fmla="*/ 3751324 w 7502647"/>
              <a:gd name="connsiteY1" fmla="*/ 7502647 h 7502647"/>
              <a:gd name="connsiteX2" fmla="*/ 0 w 7502647"/>
              <a:gd name="connsiteY2" fmla="*/ 3751323 h 7502647"/>
              <a:gd name="connsiteX3" fmla="*/ 3751324 w 7502647"/>
              <a:gd name="connsiteY3" fmla="*/ 0 h 7502647"/>
              <a:gd name="connsiteX4" fmla="*/ 7502648 w 7502647"/>
              <a:gd name="connsiteY4" fmla="*/ 3751324 h 7502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2647" h="7502647" fill="norm" stroke="1" extrusionOk="0">
                <a:moveTo>
                  <a:pt x="7502648" y="3751324"/>
                </a:moveTo>
                <a:cubicBezTo>
                  <a:pt x="7502648" y="5823123"/>
                  <a:pt x="5823123" y="7502647"/>
                  <a:pt x="3751324" y="7502647"/>
                </a:cubicBezTo>
                <a:cubicBezTo>
                  <a:pt x="1679525" y="7502647"/>
                  <a:pt x="0" y="5823123"/>
                  <a:pt x="0" y="3751323"/>
                </a:cubicBezTo>
                <a:cubicBezTo>
                  <a:pt x="0" y="1679524"/>
                  <a:pt x="1679525" y="0"/>
                  <a:pt x="3751324" y="0"/>
                </a:cubicBezTo>
                <a:cubicBezTo>
                  <a:pt x="5823123" y="0"/>
                  <a:pt x="7502648" y="1679524"/>
                  <a:pt x="7502648" y="3751324"/>
                </a:cubicBezTo>
                <a:close/>
              </a:path>
            </a:pathLst>
          </a:custGeom>
          <a:noFill/>
          <a:ln w="29033" cap="flat">
            <a:solidFill>
              <a:srgbClr val="BABDBF"/>
            </a:solid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2" name="Прямоугольник 11"/>
          <p:cNvSpPr/>
          <p:nvPr userDrawn="1"/>
        </p:nvSpPr>
        <p:spPr bwMode="auto">
          <a:xfrm>
            <a:off x="3219449" y="6857999"/>
            <a:ext cx="10723940" cy="283016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3" name="Прямоугольник 12"/>
          <p:cNvSpPr/>
          <p:nvPr userDrawn="1"/>
        </p:nvSpPr>
        <p:spPr bwMode="auto">
          <a:xfrm>
            <a:off x="12174764" y="2895598"/>
            <a:ext cx="1156959" cy="4799121"/>
          </a:xfrm>
          <a:prstGeom prst="rect">
            <a:avLst/>
          </a:prstGeom>
          <a:solidFill>
            <a:srgbClr val="E6E6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marL="0" marR="0" lvl="0" indent="0" algn="ctr" defTabSz="914400">
              <a:lnSpc>
                <a:spcPct val="100000"/>
              </a:lnSpc>
              <a:spcBef>
                <a:spcPts val="0"/>
              </a:spcBef>
              <a:spcAft>
                <a:spcPts val="0"/>
              </a:spcAft>
              <a:buClrTx/>
              <a:buSzTx/>
              <a:buFontTx/>
              <a:buNone/>
              <a:defRPr/>
            </a:pPr>
            <a:endParaRPr lang="ru-RU" sz="1200" b="0" i="0" u="none" strike="noStrike" cap="none" spc="0">
              <a:ln>
                <a:noFill/>
              </a:ln>
              <a:solidFill>
                <a:srgbClr val="000000"/>
              </a:solidFill>
              <a:latin typeface="DIN Pro Regular"/>
              <a:ea typeface="Arial"/>
              <a:cs typeface="Arial"/>
            </a:endParaRPr>
          </a:p>
        </p:txBody>
      </p:sp>
      <p:sp>
        <p:nvSpPr>
          <p:cNvPr id="14" name="Title 1"/>
          <p:cNvSpPr txBox="1"/>
          <p:nvPr userDrawn="1"/>
        </p:nvSpPr>
        <p:spPr bwMode="auto">
          <a:xfrm>
            <a:off x="2402922" y="200292"/>
            <a:ext cx="8289422" cy="699403"/>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1" i="0" u="none" strike="noStrike" cap="none" spc="0">
                <a:ln>
                  <a:noFill/>
                </a:ln>
                <a:solidFill>
                  <a:srgbClr val="3D378D"/>
                </a:solidFill>
                <a:latin typeface="DIN Pro Medium"/>
                <a:ea typeface="Arial"/>
                <a:cs typeface="Arial"/>
              </a:rPr>
              <a:t>Передовая инженерная школа </a:t>
            </a:r>
            <a:br>
              <a:rPr lang="ru-RU" sz="1800" b="1" i="0" u="none" strike="noStrike" cap="none" spc="0">
                <a:ln>
                  <a:noFill/>
                </a:ln>
                <a:solidFill>
                  <a:srgbClr val="3D378D"/>
                </a:solidFill>
                <a:latin typeface="DIN Pro Medium"/>
                <a:ea typeface="Arial"/>
                <a:cs typeface="Arial"/>
              </a:rPr>
            </a:br>
            <a:r>
              <a:rPr lang="ru-RU" sz="1800" b="1" i="0" u="none" strike="noStrike" cap="none" spc="0">
                <a:ln>
                  <a:noFill/>
                </a:ln>
                <a:solidFill>
                  <a:srgbClr val="3D378D"/>
                </a:solidFill>
                <a:latin typeface="DIN Pro Medium"/>
                <a:ea typeface="Arial"/>
                <a:cs typeface="Arial"/>
              </a:rPr>
              <a:t>СВЧ-электроники</a:t>
            </a:r>
            <a:endParaRPr/>
          </a:p>
        </p:txBody>
      </p:sp>
      <p:grpSp>
        <p:nvGrpSpPr>
          <p:cNvPr id="16" name="Группа 15"/>
          <p:cNvGrpSpPr/>
          <p:nvPr userDrawn="1"/>
        </p:nvGrpSpPr>
        <p:grpSpPr bwMode="auto">
          <a:xfrm>
            <a:off x="9620249" y="530559"/>
            <a:ext cx="2022129" cy="1417607"/>
            <a:chOff x="4091278" y="2349598"/>
            <a:chExt cx="3638550" cy="2550793"/>
          </a:xfrm>
          <a:solidFill>
            <a:srgbClr val="3D378D"/>
          </a:solidFill>
        </p:grpSpPr>
        <p:sp>
          <p:nvSpPr>
            <p:cNvPr id="19" name="Полилиния: фигура 1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20" name="Полилиния: фигура 19"/>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nvGrpSpPr>
            <p:cNvPr id="21" name="Рисунок 56"/>
            <p:cNvGrpSpPr/>
            <p:nvPr/>
          </p:nvGrpSpPr>
          <p:grpSpPr bwMode="auto">
            <a:xfrm>
              <a:off x="4471325" y="3925032"/>
              <a:ext cx="348614" cy="425767"/>
              <a:chOff x="4656772" y="3728084"/>
              <a:chExt cx="348614" cy="425767"/>
            </a:xfrm>
            <a:grpFill/>
          </p:grpSpPr>
          <p:sp>
            <p:nvSpPr>
              <p:cNvPr id="52" name="Полилиния: фигура 51"/>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53" name="Полилиния: фигура 52"/>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grpSp>
          <p:nvGrpSpPr>
            <p:cNvPr id="23" name="Рисунок 56"/>
            <p:cNvGrpSpPr/>
            <p:nvPr/>
          </p:nvGrpSpPr>
          <p:grpSpPr bwMode="auto">
            <a:xfrm>
              <a:off x="6878293" y="3916460"/>
              <a:ext cx="398144" cy="442912"/>
              <a:chOff x="7063740" y="3719512"/>
              <a:chExt cx="398144" cy="442912"/>
            </a:xfrm>
            <a:grpFill/>
          </p:grpSpPr>
          <p:sp>
            <p:nvSpPr>
              <p:cNvPr id="50" name="Полилиния: фигура 49"/>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51" name="Полилиния: фигура 50"/>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sp>
          <p:nvSpPr>
            <p:cNvPr id="24" name="Полилиния: фигура 23"/>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nvGrpSpPr>
            <p:cNvPr id="25" name="Рисунок 56"/>
            <p:cNvGrpSpPr/>
            <p:nvPr/>
          </p:nvGrpSpPr>
          <p:grpSpPr bwMode="auto">
            <a:xfrm>
              <a:off x="6013423" y="3925032"/>
              <a:ext cx="364807" cy="425767"/>
              <a:chOff x="6198870" y="3728084"/>
              <a:chExt cx="364807" cy="425767"/>
            </a:xfrm>
            <a:grpFill/>
          </p:grpSpPr>
          <p:sp>
            <p:nvSpPr>
              <p:cNvPr id="48" name="Полилиния: фигура 47"/>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49" name="Полилиния: фигура 48"/>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grpSp>
          <p:nvGrpSpPr>
            <p:cNvPr id="26" name="Рисунок 56"/>
            <p:cNvGrpSpPr/>
            <p:nvPr/>
          </p:nvGrpSpPr>
          <p:grpSpPr bwMode="auto">
            <a:xfrm>
              <a:off x="4852325" y="3924079"/>
              <a:ext cx="360997" cy="426720"/>
              <a:chOff x="5037772" y="3727132"/>
              <a:chExt cx="360997" cy="426720"/>
            </a:xfrm>
            <a:grpFill/>
          </p:grpSpPr>
          <p:sp>
            <p:nvSpPr>
              <p:cNvPr id="46" name="Полилиния: фигура 45"/>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47" name="Полилиния: фигура 46"/>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grpSp>
          <p:nvGrpSpPr>
            <p:cNvPr id="27" name="Рисунок 56"/>
            <p:cNvGrpSpPr/>
            <p:nvPr/>
          </p:nvGrpSpPr>
          <p:grpSpPr bwMode="auto">
            <a:xfrm>
              <a:off x="7301203" y="3925032"/>
              <a:ext cx="428625" cy="425767"/>
              <a:chOff x="7486650" y="3728084"/>
              <a:chExt cx="428625" cy="425767"/>
            </a:xfrm>
            <a:grpFill/>
          </p:grpSpPr>
          <p:sp>
            <p:nvSpPr>
              <p:cNvPr id="37" name="Полилиния: фигура 36"/>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44" name="Полилиния: фигура 43"/>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grpSp>
          <p:nvGrpSpPr>
            <p:cNvPr id="28" name="Рисунок 56"/>
            <p:cNvGrpSpPr/>
            <p:nvPr/>
          </p:nvGrpSpPr>
          <p:grpSpPr bwMode="auto">
            <a:xfrm>
              <a:off x="4804700" y="2349598"/>
              <a:ext cx="2550795" cy="2550793"/>
              <a:chOff x="4990147" y="2152650"/>
              <a:chExt cx="2550795" cy="2550793"/>
            </a:xfrm>
            <a:grpFill/>
          </p:grpSpPr>
          <p:sp>
            <p:nvSpPr>
              <p:cNvPr id="30" name="Полилиния: фигура 29"/>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sp>
            <p:nvSpPr>
              <p:cNvPr id="31" name="Полилиния: фигура 30"/>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3D378D"/>
                  </a:solidFill>
                  <a:latin typeface="DIN Pro Regular"/>
                  <a:ea typeface="Arial"/>
                  <a:cs typeface="Arial"/>
                </a:endParaRPr>
              </a:p>
            </p:txBody>
          </p:sp>
        </p:grpSp>
      </p:grpSp>
      <p:sp>
        <p:nvSpPr>
          <p:cNvPr id="54" name="Title 1"/>
          <p:cNvSpPr txBox="1"/>
          <p:nvPr userDrawn="1"/>
        </p:nvSpPr>
        <p:spPr bwMode="auto">
          <a:xfrm>
            <a:off x="2402922" y="5782438"/>
            <a:ext cx="5083681" cy="422405"/>
          </a:xfrm>
          <a:prstGeom prst="rect">
            <a:avLst/>
          </a:prstGeom>
          <a:noFill/>
        </p:spPr>
        <p:txBody>
          <a:bodyPr vert="horz" wrap="square" lIns="0" tIns="72000" rIns="0" bIns="72000" rtlCol="0" anchor="t" anchorCtr="0">
            <a:spAutoFit/>
          </a:bodyPr>
          <a:lstStyle>
            <a:lvl1pPr marL="0" algn="l" defTabSz="914446">
              <a:lnSpc>
                <a:spcPct val="100000"/>
              </a:lnSpc>
              <a:spcBef>
                <a:spcPts val="0"/>
              </a:spcBef>
              <a:buNone/>
              <a:defRPr lang="ru-RU" sz="2400" b="1">
                <a:solidFill>
                  <a:srgbClr val="706F6F"/>
                </a:solidFill>
                <a:latin typeface="+mj-lt"/>
                <a:ea typeface="+mj-ea"/>
                <a:cs typeface="+mj-cs"/>
              </a:defRPr>
            </a:lvl1pPr>
          </a:lstStyle>
          <a:p>
            <a:pPr marL="0" marR="0" lvl="0" indent="0" algn="l" defTabSz="914446">
              <a:lnSpc>
                <a:spcPct val="100000"/>
              </a:lnSpc>
              <a:spcBef>
                <a:spcPts val="0"/>
              </a:spcBef>
              <a:spcAft>
                <a:spcPts val="0"/>
              </a:spcAft>
              <a:buClrTx/>
              <a:buSzTx/>
              <a:buFontTx/>
              <a:buNone/>
              <a:defRPr/>
            </a:pPr>
            <a:r>
              <a:rPr lang="ru-RU" sz="1800" b="0" i="0" u="none" strike="noStrike" cap="none" spc="250">
                <a:ln>
                  <a:noFill/>
                </a:ln>
                <a:solidFill>
                  <a:srgbClr val="8291A2"/>
                </a:solidFill>
                <a:latin typeface="DIN Pro Medium"/>
                <a:ea typeface="Arial"/>
                <a:cs typeface="Arial"/>
              </a:rPr>
              <a:t>ВМЕСТЕ СОЗДАЁМ БУДУЩЕЕ</a:t>
            </a:r>
            <a:endParaRPr/>
          </a:p>
        </p:txBody>
      </p:sp>
      <p:sp>
        <p:nvSpPr>
          <p:cNvPr id="2" name="Title 1"/>
          <p:cNvSpPr>
            <a:spLocks noGrp="1"/>
          </p:cNvSpPr>
          <p:nvPr>
            <p:ph type="ctrTitle" hasCustomPrompt="1"/>
          </p:nvPr>
        </p:nvSpPr>
        <p:spPr bwMode="auto">
          <a:xfrm>
            <a:off x="2399233" y="1637704"/>
            <a:ext cx="5896792" cy="1685133"/>
          </a:xfrm>
          <a:prstGeom prst="rect">
            <a:avLst/>
          </a:prstGeom>
          <a:noFill/>
        </p:spPr>
        <p:txBody>
          <a:bodyPr vert="horz" wrap="square" lIns="0" tIns="72000" rIns="0" bIns="72000" anchor="t" anchorCtr="0">
            <a:noAutofit/>
          </a:bodyPr>
          <a:lstStyle>
            <a:lvl1pPr marL="0" indent="0" algn="l" defTabSz="914400">
              <a:lnSpc>
                <a:spcPct val="100000"/>
              </a:lnSpc>
              <a:spcBef>
                <a:spcPts val="0"/>
              </a:spcBef>
              <a:buClr>
                <a:schemeClr val="accent5"/>
              </a:buClr>
              <a:buFontTx/>
              <a:buNone/>
              <a:defRPr lang="ru-RU" sz="3200" b="1">
                <a:solidFill>
                  <a:srgbClr val="3D378D"/>
                </a:solidFill>
                <a:latin typeface="+mn-lt"/>
                <a:ea typeface="+mn-ea"/>
                <a:cs typeface="+mn-cs"/>
              </a:defRPr>
            </a:lvl1pPr>
          </a:lstStyle>
          <a:p>
            <a:pPr>
              <a:defRPr/>
            </a:pPr>
            <a:r>
              <a:rPr lang="ru-RU"/>
              <a:t>Название презентации</a:t>
            </a:r>
            <a:br>
              <a:rPr lang="ru-RU"/>
            </a:br>
            <a:r>
              <a:rPr lang="ru-RU"/>
              <a:t>может быть набрано в две </a:t>
            </a:r>
            <a:br>
              <a:rPr lang="ru-RU"/>
            </a:br>
            <a:r>
              <a:rPr lang="ru-RU"/>
              <a:t>или три строки (32 </a:t>
            </a:r>
            <a:r>
              <a:rPr lang="ru-RU"/>
              <a:t>pt</a:t>
            </a:r>
            <a:r>
              <a:rPr lang="ru-RU"/>
              <a:t>)</a:t>
            </a:r>
            <a:endParaRPr/>
          </a:p>
        </p:txBody>
      </p:sp>
      <p:sp>
        <p:nvSpPr>
          <p:cNvPr id="6" name="Текст 33"/>
          <p:cNvSpPr>
            <a:spLocks noGrp="1"/>
          </p:cNvSpPr>
          <p:nvPr>
            <p:ph type="body" sz="quarter" idx="15" hasCustomPrompt="1"/>
          </p:nvPr>
        </p:nvSpPr>
        <p:spPr bwMode="auto">
          <a:xfrm>
            <a:off x="2387600" y="3419863"/>
            <a:ext cx="5398164" cy="553998"/>
          </a:xfrm>
          <a:prstGeom prst="rect">
            <a:avLst/>
          </a:prstGeom>
        </p:spPr>
        <p:txBody>
          <a:bodyPr lIns="0" tIns="0" rIns="0" bIns="0"/>
          <a:lstStyle>
            <a:lvl1pPr>
              <a:defRPr sz="1800"/>
            </a:lvl1pPr>
            <a:lvl2pPr>
              <a:defRPr sz="1800"/>
            </a:lvl2pPr>
            <a:lvl3pPr>
              <a:defRPr sz="1800"/>
            </a:lvl3pPr>
            <a:lvl4pPr>
              <a:defRPr sz="1800"/>
            </a:lvl4pPr>
            <a:lvl5pPr>
              <a:defRPr sz="1800"/>
            </a:lvl5pPr>
          </a:lstStyle>
          <a:p>
            <a:pPr lvl="0">
              <a:defRPr/>
            </a:pPr>
            <a:r>
              <a:rPr lang="ru-RU"/>
              <a:t>Выступающий Фамилия И.О. | дата выступления</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Раздел_темный">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959" y="1597"/>
          <a:ext cx="1953" cy="1587"/>
        </p:xfrm>
        <a:graphic>
          <a:graphicData uri="http://schemas.openxmlformats.org/presentationml/2006/ole">
            <p:oleObj name="oleObj" r:id="rId2" imgW="0" imgH="0" progId="TCLayout.ActiveDocument.1">
              <p:embed/>
              <p:pic>
                <p:nvPicPr>
                  <p:cNvPr id="113" name=""/>
                  <p:cNvPicPr/>
                  <p:nvPr/>
                </p:nvPicPr>
                <p:blipFill>
                  <a:blip/>
                  <a:stretch/>
                </p:blipFill>
                <p:spPr bwMode="auto">
                  <a:xfrm>
                    <a:off x="1959" y="1597"/>
                    <a:ext cx="1953" cy="1587"/>
                  </a:xfrm>
                  <a:prstGeom prst="rect">
                    <a:avLst/>
                  </a:prstGeom>
                </p:spPr>
              </p:pic>
            </p:oleObj>
          </a:graphicData>
        </a:graphic>
      </p:graphicFrame>
      <p:sp>
        <p:nvSpPr>
          <p:cNvPr id="2" name="Title 1"/>
          <p:cNvSpPr>
            <a:spLocks noGrp="1"/>
          </p:cNvSpPr>
          <p:nvPr>
            <p:ph type="ctrTitle" hasCustomPrompt="1"/>
          </p:nvPr>
        </p:nvSpPr>
        <p:spPr bwMode="auto">
          <a:xfrm>
            <a:off x="2850600" y="2613958"/>
            <a:ext cx="5569500" cy="699403"/>
          </a:xfrm>
          <a:prstGeom prst="rect">
            <a:avLst/>
          </a:prstGeom>
          <a:noFill/>
        </p:spPr>
        <p:txBody>
          <a:bodyPr vert="horz" wrap="square" lIns="0" tIns="72000" rIns="0" bIns="72000" anchor="t" anchorCtr="0">
            <a:spAutoFit/>
          </a:bodyPr>
          <a:lstStyle>
            <a:lvl1pPr algn="l">
              <a:lnSpc>
                <a:spcPct val="100000"/>
              </a:lnSpc>
              <a:spcBef>
                <a:spcPts val="0"/>
              </a:spcBef>
              <a:defRPr sz="3600" b="0">
                <a:solidFill>
                  <a:schemeClr val="accent5"/>
                </a:solidFill>
                <a:latin typeface="+mj-lt"/>
              </a:defRPr>
            </a:lvl1pPr>
          </a:lstStyle>
          <a:p>
            <a:pPr>
              <a:defRPr/>
            </a:pPr>
            <a:r>
              <a:rPr lang="ru-RU"/>
              <a:t>Название раздела</a:t>
            </a:r>
            <a:endParaRPr/>
          </a:p>
        </p:txBody>
      </p:sp>
      <p:sp>
        <p:nvSpPr>
          <p:cNvPr id="4"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sp>
        <p:nvSpPr>
          <p:cNvPr id="22" name="Прямоугольник 21"/>
          <p:cNvSpPr/>
          <p:nvPr userDrawn="1"/>
        </p:nvSpPr>
        <p:spPr bwMode="auto">
          <a:xfrm>
            <a:off x="0" y="0"/>
            <a:ext cx="2692400" cy="6858000"/>
          </a:xfrm>
          <a:prstGeom prst="rect">
            <a:avLst/>
          </a:prstGeom>
          <a:solidFill>
            <a:schemeClr val="accent3">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noAutofit/>
          </a:bodyPr>
          <a:lstStyle/>
          <a:p>
            <a:pPr algn="ctr">
              <a:defRPr/>
            </a:pPr>
            <a:endParaRPr lang="ru-RU" sz="1200">
              <a:solidFill>
                <a:schemeClr val="tx1"/>
              </a:solidFil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Финальный слайд">
    <p:spTree>
      <p:nvGrpSpPr>
        <p:cNvPr id="1" name=""/>
        <p:cNvGrpSpPr/>
        <p:nvPr/>
      </p:nvGrpSpPr>
      <p:grpSpPr bwMode="auto">
        <a:xfrm>
          <a:off x="0" y="0"/>
          <a:ext cx="0" cy="0"/>
          <a:chOff x="0" y="0"/>
          <a:chExt cx="0" cy="0"/>
        </a:xfrm>
      </p:grpSpPr>
      <p:pic>
        <p:nvPicPr>
          <p:cNvPr id="3" name="object 4"/>
          <p:cNvPicPr/>
          <p:nvPr userDrawn="1"/>
        </p:nvPicPr>
        <p:blipFill>
          <a:blip r:embed="rId2"/>
          <a:stretch/>
        </p:blipFill>
        <p:spPr bwMode="auto">
          <a:xfrm>
            <a:off x="0" y="0"/>
            <a:ext cx="12192000" cy="6858000"/>
          </a:xfrm>
          <a:prstGeom prst="rect">
            <a:avLst/>
          </a:prstGeom>
        </p:spPr>
      </p:pic>
      <p:sp>
        <p:nvSpPr>
          <p:cNvPr id="5" name="Заголовок 6"/>
          <p:cNvSpPr txBox="1"/>
          <p:nvPr userDrawn="1"/>
        </p:nvSpPr>
        <p:spPr bwMode="auto">
          <a:xfrm>
            <a:off x="1085517" y="1171625"/>
            <a:ext cx="2352754" cy="710853"/>
          </a:xfrm>
          <a:prstGeom prst="rect">
            <a:avLst/>
          </a:prstGeom>
        </p:spPr>
        <p:txBody>
          <a:bodyPr>
            <a:noAutofit/>
          </a:bodyPr>
          <a:lstStyle>
            <a:lvl1pPr algn="l" defTabSz="914400">
              <a:lnSpc>
                <a:spcPct val="90000"/>
              </a:lnSpc>
              <a:spcBef>
                <a:spcPts val="0"/>
              </a:spcBef>
              <a:buNone/>
              <a:defRPr sz="4400">
                <a:solidFill>
                  <a:schemeClr val="tx1"/>
                </a:solidFill>
                <a:latin typeface="+mj-lt"/>
                <a:ea typeface="+mj-ea"/>
                <a:cs typeface="+mj-cs"/>
              </a:defRPr>
            </a:lvl1pPr>
          </a:lstStyle>
          <a:p>
            <a:pPr marL="0" marR="0" lvl="0" indent="0" algn="l" defTabSz="914400">
              <a:lnSpc>
                <a:spcPct val="90000"/>
              </a:lnSpc>
              <a:spcBef>
                <a:spcPts val="0"/>
              </a:spcBef>
              <a:spcAft>
                <a:spcPts val="0"/>
              </a:spcAft>
              <a:buClrTx/>
              <a:buSzTx/>
              <a:buFontTx/>
              <a:buNone/>
              <a:defRPr/>
            </a:pPr>
            <a:endParaRPr lang="ru-RU" sz="1600" b="0" i="0" u="none" strike="noStrike" cap="none" spc="0">
              <a:ln>
                <a:noFill/>
              </a:ln>
              <a:solidFill>
                <a:srgbClr val="FFFFFF"/>
              </a:solidFill>
              <a:latin typeface="DIN Pro Medium"/>
              <a:ea typeface="Arial"/>
              <a:cs typeface="Arial"/>
            </a:endParaRPr>
          </a:p>
        </p:txBody>
      </p:sp>
      <p:sp>
        <p:nvSpPr>
          <p:cNvPr id="6" name="object 5"/>
          <p:cNvSpPr/>
          <p:nvPr userDrawn="1"/>
        </p:nvSpPr>
        <p:spPr bwMode="auto">
          <a:xfrm>
            <a:off x="1054987" y="4660960"/>
            <a:ext cx="1614297" cy="1669776"/>
          </a:xfrm>
          <a:custGeom>
            <a:avLst/>
            <a:gdLst/>
            <a:ahLst/>
            <a:cxnLst/>
            <a:rect l="l" t="t" r="r" b="b"/>
            <a:pathLst>
              <a:path w="1718310" h="1777364" fill="norm" stroke="1" extrusionOk="0">
                <a:moveTo>
                  <a:pt x="1025029" y="0"/>
                </a:moveTo>
                <a:lnTo>
                  <a:pt x="1071224" y="12296"/>
                </a:lnTo>
                <a:lnTo>
                  <a:pt x="1116670" y="27000"/>
                </a:lnTo>
                <a:lnTo>
                  <a:pt x="1161265" y="44072"/>
                </a:lnTo>
                <a:lnTo>
                  <a:pt x="1204910" y="63474"/>
                </a:lnTo>
                <a:lnTo>
                  <a:pt x="1247503" y="85167"/>
                </a:lnTo>
                <a:lnTo>
                  <a:pt x="1288944" y="109112"/>
                </a:lnTo>
                <a:lnTo>
                  <a:pt x="1329132" y="135272"/>
                </a:lnTo>
                <a:lnTo>
                  <a:pt x="1367965" y="163608"/>
                </a:lnTo>
                <a:lnTo>
                  <a:pt x="1405344" y="194080"/>
                </a:lnTo>
                <a:lnTo>
                  <a:pt x="1441167" y="226650"/>
                </a:lnTo>
                <a:lnTo>
                  <a:pt x="1475333" y="261281"/>
                </a:lnTo>
                <a:lnTo>
                  <a:pt x="1507742" y="297932"/>
                </a:lnTo>
                <a:lnTo>
                  <a:pt x="1538293" y="336567"/>
                </a:lnTo>
                <a:lnTo>
                  <a:pt x="1566885" y="377145"/>
                </a:lnTo>
                <a:lnTo>
                  <a:pt x="1593418" y="419629"/>
                </a:lnTo>
                <a:lnTo>
                  <a:pt x="1617789" y="463979"/>
                </a:lnTo>
                <a:lnTo>
                  <a:pt x="1639900" y="510159"/>
                </a:lnTo>
                <a:lnTo>
                  <a:pt x="1658199" y="554365"/>
                </a:lnTo>
                <a:lnTo>
                  <a:pt x="1673991" y="598975"/>
                </a:lnTo>
                <a:lnTo>
                  <a:pt x="1687308" y="643907"/>
                </a:lnTo>
                <a:lnTo>
                  <a:pt x="1698180" y="689079"/>
                </a:lnTo>
                <a:lnTo>
                  <a:pt x="1706639" y="734408"/>
                </a:lnTo>
                <a:lnTo>
                  <a:pt x="1712717" y="779812"/>
                </a:lnTo>
                <a:lnTo>
                  <a:pt x="1716446" y="825209"/>
                </a:lnTo>
                <a:lnTo>
                  <a:pt x="1717857" y="870517"/>
                </a:lnTo>
                <a:lnTo>
                  <a:pt x="1716981" y="915653"/>
                </a:lnTo>
                <a:lnTo>
                  <a:pt x="1713850" y="960536"/>
                </a:lnTo>
                <a:lnTo>
                  <a:pt x="1708497" y="1005084"/>
                </a:lnTo>
                <a:lnTo>
                  <a:pt x="1700951" y="1049213"/>
                </a:lnTo>
                <a:lnTo>
                  <a:pt x="1691245" y="1092843"/>
                </a:lnTo>
                <a:lnTo>
                  <a:pt x="1679411" y="1135891"/>
                </a:lnTo>
                <a:lnTo>
                  <a:pt x="1665479" y="1178274"/>
                </a:lnTo>
                <a:lnTo>
                  <a:pt x="1649482" y="1219911"/>
                </a:lnTo>
                <a:lnTo>
                  <a:pt x="1631451" y="1260719"/>
                </a:lnTo>
                <a:lnTo>
                  <a:pt x="1611418" y="1300616"/>
                </a:lnTo>
                <a:lnTo>
                  <a:pt x="1589414" y="1339521"/>
                </a:lnTo>
                <a:lnTo>
                  <a:pt x="1565471" y="1377350"/>
                </a:lnTo>
                <a:lnTo>
                  <a:pt x="1539620" y="1414022"/>
                </a:lnTo>
                <a:lnTo>
                  <a:pt x="1511892" y="1449455"/>
                </a:lnTo>
                <a:lnTo>
                  <a:pt x="1482321" y="1483566"/>
                </a:lnTo>
                <a:lnTo>
                  <a:pt x="1450936" y="1516273"/>
                </a:lnTo>
                <a:lnTo>
                  <a:pt x="1417770" y="1547495"/>
                </a:lnTo>
                <a:lnTo>
                  <a:pt x="1382854" y="1577148"/>
                </a:lnTo>
                <a:lnTo>
                  <a:pt x="1346220" y="1605151"/>
                </a:lnTo>
                <a:lnTo>
                  <a:pt x="1307899" y="1631422"/>
                </a:lnTo>
                <a:lnTo>
                  <a:pt x="1267923" y="1655878"/>
                </a:lnTo>
                <a:lnTo>
                  <a:pt x="1226323" y="1678438"/>
                </a:lnTo>
                <a:lnTo>
                  <a:pt x="1183132" y="1699018"/>
                </a:lnTo>
                <a:lnTo>
                  <a:pt x="1137868" y="1717723"/>
                </a:lnTo>
                <a:lnTo>
                  <a:pt x="1092183" y="1733801"/>
                </a:lnTo>
                <a:lnTo>
                  <a:pt x="1046165" y="1747285"/>
                </a:lnTo>
                <a:lnTo>
                  <a:pt x="999903" y="1758208"/>
                </a:lnTo>
                <a:lnTo>
                  <a:pt x="953484" y="1766606"/>
                </a:lnTo>
                <a:lnTo>
                  <a:pt x="906997" y="1772511"/>
                </a:lnTo>
                <a:lnTo>
                  <a:pt x="860530" y="1775958"/>
                </a:lnTo>
                <a:lnTo>
                  <a:pt x="814170" y="1776981"/>
                </a:lnTo>
                <a:lnTo>
                  <a:pt x="768007" y="1775613"/>
                </a:lnTo>
                <a:lnTo>
                  <a:pt x="722128" y="1771888"/>
                </a:lnTo>
                <a:lnTo>
                  <a:pt x="676622" y="1765841"/>
                </a:lnTo>
                <a:lnTo>
                  <a:pt x="631576" y="1757505"/>
                </a:lnTo>
                <a:lnTo>
                  <a:pt x="587078" y="1746914"/>
                </a:lnTo>
                <a:lnTo>
                  <a:pt x="543218" y="1734102"/>
                </a:lnTo>
                <a:lnTo>
                  <a:pt x="500083" y="1719103"/>
                </a:lnTo>
                <a:lnTo>
                  <a:pt x="457760" y="1701951"/>
                </a:lnTo>
                <a:lnTo>
                  <a:pt x="416340" y="1682679"/>
                </a:lnTo>
                <a:lnTo>
                  <a:pt x="375908" y="1661322"/>
                </a:lnTo>
                <a:lnTo>
                  <a:pt x="336555" y="1637913"/>
                </a:lnTo>
                <a:lnTo>
                  <a:pt x="298367" y="1612487"/>
                </a:lnTo>
                <a:lnTo>
                  <a:pt x="261433" y="1585077"/>
                </a:lnTo>
                <a:lnTo>
                  <a:pt x="225841" y="1555717"/>
                </a:lnTo>
                <a:lnTo>
                  <a:pt x="191679" y="1524441"/>
                </a:lnTo>
                <a:lnTo>
                  <a:pt x="159036" y="1491283"/>
                </a:lnTo>
                <a:lnTo>
                  <a:pt x="127999" y="1456277"/>
                </a:lnTo>
                <a:lnTo>
                  <a:pt x="98657" y="1419456"/>
                </a:lnTo>
                <a:lnTo>
                  <a:pt x="71098" y="1380855"/>
                </a:lnTo>
                <a:lnTo>
                  <a:pt x="45410" y="1340508"/>
                </a:lnTo>
                <a:lnTo>
                  <a:pt x="21681" y="1298447"/>
                </a:lnTo>
                <a:lnTo>
                  <a:pt x="0" y="1254709"/>
                </a:lnTo>
              </a:path>
            </a:pathLst>
          </a:custGeom>
          <a:ln w="8089">
            <a:solidFill>
              <a:srgbClr val="BABCBF"/>
            </a:solidFill>
          </a:ln>
        </p:spPr>
        <p:txBody>
          <a:bodyPr wrap="square" lIns="0" tIns="0" rIns="0" bIns="0" rtlCol="0"/>
          <a:lstStyle/>
          <a:p>
            <a:pPr marL="0" marR="0" lvl="0" indent="0" algn="l" defTabSz="914400">
              <a:lnSpc>
                <a:spcPct val="100000"/>
              </a:lnSpc>
              <a:spcBef>
                <a:spcPts val="0"/>
              </a:spcBef>
              <a:spcAft>
                <a:spcPts val="0"/>
              </a:spcAft>
              <a:buClrTx/>
              <a:buSzTx/>
              <a:buFontTx/>
              <a:buNone/>
              <a:defRPr/>
            </a:pPr>
            <a:endParaRPr sz="1800" b="0" i="0" u="none" strike="noStrike" cap="none" spc="0">
              <a:ln>
                <a:noFill/>
              </a:ln>
              <a:solidFill>
                <a:srgbClr val="000000"/>
              </a:solidFill>
              <a:latin typeface="DIN Pro Regular"/>
              <a:ea typeface="Arial"/>
              <a:cs typeface="Arial"/>
            </a:endParaRPr>
          </a:p>
        </p:txBody>
      </p:sp>
      <p:sp>
        <p:nvSpPr>
          <p:cNvPr id="7" name="object 6"/>
          <p:cNvSpPr/>
          <p:nvPr userDrawn="1"/>
        </p:nvSpPr>
        <p:spPr bwMode="auto">
          <a:xfrm>
            <a:off x="-42341" y="3410636"/>
            <a:ext cx="2056946" cy="2457836"/>
          </a:xfrm>
          <a:custGeom>
            <a:avLst/>
            <a:gdLst/>
            <a:ahLst/>
            <a:cxnLst/>
            <a:rect l="l" t="t" r="r" b="b"/>
            <a:pathLst>
              <a:path w="2189480" h="2616200" fill="norm" stroke="1" extrusionOk="0">
                <a:moveTo>
                  <a:pt x="0" y="2274576"/>
                </a:moveTo>
                <a:lnTo>
                  <a:pt x="43686" y="2312872"/>
                </a:lnTo>
                <a:lnTo>
                  <a:pt x="78452" y="2340869"/>
                </a:lnTo>
                <a:lnTo>
                  <a:pt x="114158" y="2367678"/>
                </a:lnTo>
                <a:lnTo>
                  <a:pt x="150774" y="2393274"/>
                </a:lnTo>
                <a:lnTo>
                  <a:pt x="188268" y="2417628"/>
                </a:lnTo>
                <a:lnTo>
                  <a:pt x="226609" y="2440713"/>
                </a:lnTo>
                <a:lnTo>
                  <a:pt x="265764" y="2462502"/>
                </a:lnTo>
                <a:lnTo>
                  <a:pt x="305702" y="2482967"/>
                </a:lnTo>
                <a:lnTo>
                  <a:pt x="346392" y="2502082"/>
                </a:lnTo>
                <a:lnTo>
                  <a:pt x="387801" y="2519819"/>
                </a:lnTo>
                <a:lnTo>
                  <a:pt x="429899" y="2536151"/>
                </a:lnTo>
                <a:lnTo>
                  <a:pt x="472653" y="2551050"/>
                </a:lnTo>
                <a:lnTo>
                  <a:pt x="516032" y="2564489"/>
                </a:lnTo>
                <a:lnTo>
                  <a:pt x="560004" y="2576440"/>
                </a:lnTo>
                <a:lnTo>
                  <a:pt x="604537" y="2586878"/>
                </a:lnTo>
                <a:lnTo>
                  <a:pt x="649601" y="2595773"/>
                </a:lnTo>
                <a:lnTo>
                  <a:pt x="695163" y="2603099"/>
                </a:lnTo>
                <a:lnTo>
                  <a:pt x="741191" y="2608829"/>
                </a:lnTo>
                <a:lnTo>
                  <a:pt x="787655" y="2612935"/>
                </a:lnTo>
                <a:lnTo>
                  <a:pt x="834521" y="2615390"/>
                </a:lnTo>
                <a:lnTo>
                  <a:pt x="881760" y="2616167"/>
                </a:lnTo>
                <a:lnTo>
                  <a:pt x="929338" y="2615238"/>
                </a:lnTo>
                <a:lnTo>
                  <a:pt x="977225" y="2612576"/>
                </a:lnTo>
                <a:lnTo>
                  <a:pt x="1024985" y="2608195"/>
                </a:lnTo>
                <a:lnTo>
                  <a:pt x="1072185" y="2602144"/>
                </a:lnTo>
                <a:lnTo>
                  <a:pt x="1118799" y="2594456"/>
                </a:lnTo>
                <a:lnTo>
                  <a:pt x="1164800" y="2585162"/>
                </a:lnTo>
                <a:lnTo>
                  <a:pt x="1210160" y="2574293"/>
                </a:lnTo>
                <a:lnTo>
                  <a:pt x="1254852" y="2561883"/>
                </a:lnTo>
                <a:lnTo>
                  <a:pt x="1298848" y="2547961"/>
                </a:lnTo>
                <a:lnTo>
                  <a:pt x="1342122" y="2532560"/>
                </a:lnTo>
                <a:lnTo>
                  <a:pt x="1384646" y="2515711"/>
                </a:lnTo>
                <a:lnTo>
                  <a:pt x="1426392" y="2497446"/>
                </a:lnTo>
                <a:lnTo>
                  <a:pt x="1467334" y="2477798"/>
                </a:lnTo>
                <a:lnTo>
                  <a:pt x="1507443" y="2456796"/>
                </a:lnTo>
                <a:lnTo>
                  <a:pt x="1546694" y="2434473"/>
                </a:lnTo>
                <a:lnTo>
                  <a:pt x="1585058" y="2410861"/>
                </a:lnTo>
                <a:lnTo>
                  <a:pt x="1622508" y="2385992"/>
                </a:lnTo>
                <a:lnTo>
                  <a:pt x="1659017" y="2359896"/>
                </a:lnTo>
                <a:lnTo>
                  <a:pt x="1694557" y="2332605"/>
                </a:lnTo>
                <a:lnTo>
                  <a:pt x="1729102" y="2304152"/>
                </a:lnTo>
                <a:lnTo>
                  <a:pt x="1762624" y="2274568"/>
                </a:lnTo>
                <a:lnTo>
                  <a:pt x="1795095" y="2243885"/>
                </a:lnTo>
                <a:lnTo>
                  <a:pt x="1826489" y="2212133"/>
                </a:lnTo>
                <a:lnTo>
                  <a:pt x="1856777" y="2179345"/>
                </a:lnTo>
                <a:lnTo>
                  <a:pt x="1885934" y="2145553"/>
                </a:lnTo>
                <a:lnTo>
                  <a:pt x="1913931" y="2110788"/>
                </a:lnTo>
                <a:lnTo>
                  <a:pt x="1940740" y="2075081"/>
                </a:lnTo>
                <a:lnTo>
                  <a:pt x="1966336" y="2038465"/>
                </a:lnTo>
                <a:lnTo>
                  <a:pt x="1990690" y="2000971"/>
                </a:lnTo>
                <a:lnTo>
                  <a:pt x="2013776" y="1962630"/>
                </a:lnTo>
                <a:lnTo>
                  <a:pt x="2035565" y="1923475"/>
                </a:lnTo>
                <a:lnTo>
                  <a:pt x="2056031" y="1883537"/>
                </a:lnTo>
                <a:lnTo>
                  <a:pt x="2075146" y="1842848"/>
                </a:lnTo>
                <a:lnTo>
                  <a:pt x="2092883" y="1801438"/>
                </a:lnTo>
                <a:lnTo>
                  <a:pt x="2109215" y="1759341"/>
                </a:lnTo>
                <a:lnTo>
                  <a:pt x="2124114" y="1716587"/>
                </a:lnTo>
                <a:lnTo>
                  <a:pt x="2137553" y="1673209"/>
                </a:lnTo>
                <a:lnTo>
                  <a:pt x="2149505" y="1629237"/>
                </a:lnTo>
                <a:lnTo>
                  <a:pt x="2159943" y="1584704"/>
                </a:lnTo>
                <a:lnTo>
                  <a:pt x="2168839" y="1539640"/>
                </a:lnTo>
                <a:lnTo>
                  <a:pt x="2176165" y="1494079"/>
                </a:lnTo>
                <a:lnTo>
                  <a:pt x="2181895" y="1448051"/>
                </a:lnTo>
                <a:lnTo>
                  <a:pt x="2186001" y="1401588"/>
                </a:lnTo>
                <a:lnTo>
                  <a:pt x="2188457" y="1354722"/>
                </a:lnTo>
                <a:lnTo>
                  <a:pt x="2189233" y="1307484"/>
                </a:lnTo>
                <a:lnTo>
                  <a:pt x="2188305" y="1259907"/>
                </a:lnTo>
                <a:lnTo>
                  <a:pt x="2185643" y="1212020"/>
                </a:lnTo>
                <a:lnTo>
                  <a:pt x="2181260" y="1164260"/>
                </a:lnTo>
                <a:lnTo>
                  <a:pt x="2175209" y="1117059"/>
                </a:lnTo>
                <a:lnTo>
                  <a:pt x="2167520" y="1070444"/>
                </a:lnTo>
                <a:lnTo>
                  <a:pt x="2158225" y="1024443"/>
                </a:lnTo>
                <a:lnTo>
                  <a:pt x="2147356" y="979082"/>
                </a:lnTo>
                <a:lnTo>
                  <a:pt x="2134945" y="934389"/>
                </a:lnTo>
                <a:lnTo>
                  <a:pt x="2121023" y="890392"/>
                </a:lnTo>
                <a:lnTo>
                  <a:pt x="2105621" y="847118"/>
                </a:lnTo>
                <a:lnTo>
                  <a:pt x="2088772" y="804594"/>
                </a:lnTo>
                <a:lnTo>
                  <a:pt x="2070508" y="762847"/>
                </a:lnTo>
                <a:lnTo>
                  <a:pt x="2050858" y="721905"/>
                </a:lnTo>
                <a:lnTo>
                  <a:pt x="2029857" y="681795"/>
                </a:lnTo>
                <a:lnTo>
                  <a:pt x="2007534" y="642544"/>
                </a:lnTo>
                <a:lnTo>
                  <a:pt x="1983922" y="604179"/>
                </a:lnTo>
                <a:lnTo>
                  <a:pt x="1959052" y="566729"/>
                </a:lnTo>
                <a:lnTo>
                  <a:pt x="1932956" y="530219"/>
                </a:lnTo>
                <a:lnTo>
                  <a:pt x="1905666" y="494679"/>
                </a:lnTo>
                <a:lnTo>
                  <a:pt x="1877212" y="460134"/>
                </a:lnTo>
                <a:lnTo>
                  <a:pt x="1847628" y="426612"/>
                </a:lnTo>
                <a:lnTo>
                  <a:pt x="1816945" y="394140"/>
                </a:lnTo>
                <a:lnTo>
                  <a:pt x="1785193" y="362746"/>
                </a:lnTo>
                <a:lnTo>
                  <a:pt x="1752405" y="332457"/>
                </a:lnTo>
                <a:lnTo>
                  <a:pt x="1718613" y="303301"/>
                </a:lnTo>
                <a:lnTo>
                  <a:pt x="1683848" y="275304"/>
                </a:lnTo>
                <a:lnTo>
                  <a:pt x="1648141" y="248494"/>
                </a:lnTo>
                <a:lnTo>
                  <a:pt x="1611525" y="222898"/>
                </a:lnTo>
                <a:lnTo>
                  <a:pt x="1574031" y="198543"/>
                </a:lnTo>
                <a:lnTo>
                  <a:pt x="1535690" y="175458"/>
                </a:lnTo>
                <a:lnTo>
                  <a:pt x="1496535" y="153669"/>
                </a:lnTo>
                <a:lnTo>
                  <a:pt x="1456597" y="133203"/>
                </a:lnTo>
                <a:lnTo>
                  <a:pt x="1415907" y="114087"/>
                </a:lnTo>
                <a:lnTo>
                  <a:pt x="1374498" y="96350"/>
                </a:lnTo>
                <a:lnTo>
                  <a:pt x="1332400" y="80018"/>
                </a:lnTo>
                <a:lnTo>
                  <a:pt x="1289646" y="65119"/>
                </a:lnTo>
                <a:lnTo>
                  <a:pt x="1246268" y="51680"/>
                </a:lnTo>
                <a:lnTo>
                  <a:pt x="1202295" y="39728"/>
                </a:lnTo>
                <a:lnTo>
                  <a:pt x="1157762" y="29290"/>
                </a:lnTo>
                <a:lnTo>
                  <a:pt x="1112698" y="20394"/>
                </a:lnTo>
                <a:lnTo>
                  <a:pt x="1067137" y="13068"/>
                </a:lnTo>
                <a:lnTo>
                  <a:pt x="1021108" y="7338"/>
                </a:lnTo>
                <a:lnTo>
                  <a:pt x="974645" y="3232"/>
                </a:lnTo>
                <a:lnTo>
                  <a:pt x="927778" y="776"/>
                </a:lnTo>
                <a:lnTo>
                  <a:pt x="880540" y="0"/>
                </a:lnTo>
                <a:lnTo>
                  <a:pt x="832961" y="928"/>
                </a:lnTo>
                <a:lnTo>
                  <a:pt x="785074" y="3590"/>
                </a:lnTo>
                <a:lnTo>
                  <a:pt x="737315" y="7973"/>
                </a:lnTo>
                <a:lnTo>
                  <a:pt x="690114" y="14024"/>
                </a:lnTo>
                <a:lnTo>
                  <a:pt x="643500" y="21713"/>
                </a:lnTo>
                <a:lnTo>
                  <a:pt x="597499" y="31008"/>
                </a:lnTo>
                <a:lnTo>
                  <a:pt x="552139" y="41877"/>
                </a:lnTo>
                <a:lnTo>
                  <a:pt x="507448" y="54288"/>
                </a:lnTo>
                <a:lnTo>
                  <a:pt x="463451" y="68210"/>
                </a:lnTo>
                <a:lnTo>
                  <a:pt x="420177" y="83612"/>
                </a:lnTo>
                <a:lnTo>
                  <a:pt x="377654" y="100461"/>
                </a:lnTo>
                <a:lnTo>
                  <a:pt x="335907" y="118725"/>
                </a:lnTo>
                <a:lnTo>
                  <a:pt x="294966" y="138375"/>
                </a:lnTo>
                <a:lnTo>
                  <a:pt x="254856" y="159376"/>
                </a:lnTo>
                <a:lnTo>
                  <a:pt x="215605" y="181699"/>
                </a:lnTo>
                <a:lnTo>
                  <a:pt x="177241" y="205311"/>
                </a:lnTo>
                <a:lnTo>
                  <a:pt x="139791" y="230181"/>
                </a:lnTo>
                <a:lnTo>
                  <a:pt x="103282" y="256277"/>
                </a:lnTo>
                <a:lnTo>
                  <a:pt x="67742" y="283567"/>
                </a:lnTo>
                <a:lnTo>
                  <a:pt x="33197" y="312020"/>
                </a:lnTo>
                <a:lnTo>
                  <a:pt x="0" y="341319"/>
                </a:lnTo>
              </a:path>
            </a:pathLst>
          </a:custGeom>
          <a:ln w="10134">
            <a:solidFill>
              <a:srgbClr val="BABCBF"/>
            </a:solidFill>
          </a:ln>
        </p:spPr>
        <p:txBody>
          <a:bodyPr wrap="square" lIns="0" tIns="0" rIns="0" bIns="0" rtlCol="0"/>
          <a:lstStyle/>
          <a:p>
            <a:pPr marL="0" marR="0" lvl="0" indent="0" algn="l" defTabSz="914400">
              <a:lnSpc>
                <a:spcPct val="100000"/>
              </a:lnSpc>
              <a:spcBef>
                <a:spcPts val="0"/>
              </a:spcBef>
              <a:spcAft>
                <a:spcPts val="0"/>
              </a:spcAft>
              <a:buClrTx/>
              <a:buSzTx/>
              <a:buFontTx/>
              <a:buNone/>
              <a:defRPr/>
            </a:pPr>
            <a:endParaRPr sz="1800" b="0" i="0" u="none" strike="noStrike" cap="none" spc="0">
              <a:ln>
                <a:noFill/>
              </a:ln>
              <a:solidFill>
                <a:srgbClr val="000000"/>
              </a:solidFill>
              <a:latin typeface="DIN Pro Regular"/>
              <a:ea typeface="Arial"/>
              <a:cs typeface="Arial"/>
            </a:endParaRPr>
          </a:p>
        </p:txBody>
      </p:sp>
      <p:pic>
        <p:nvPicPr>
          <p:cNvPr id="8" name="object 214"/>
          <p:cNvPicPr/>
          <p:nvPr userDrawn="1"/>
        </p:nvPicPr>
        <p:blipFill>
          <a:blip r:embed="rId3"/>
          <a:stretch/>
        </p:blipFill>
        <p:spPr bwMode="auto">
          <a:xfrm>
            <a:off x="1634170" y="1851797"/>
            <a:ext cx="1784387" cy="1784641"/>
          </a:xfrm>
          <a:prstGeom prst="rect">
            <a:avLst/>
          </a:prstGeom>
        </p:spPr>
      </p:pic>
      <p:pic>
        <p:nvPicPr>
          <p:cNvPr id="9" name="object 215"/>
          <p:cNvPicPr/>
          <p:nvPr userDrawn="1"/>
        </p:nvPicPr>
        <p:blipFill>
          <a:blip r:embed="rId4"/>
          <a:stretch/>
        </p:blipFill>
        <p:spPr bwMode="auto">
          <a:xfrm>
            <a:off x="1121631" y="6083903"/>
            <a:ext cx="677039" cy="677587"/>
          </a:xfrm>
          <a:prstGeom prst="rect">
            <a:avLst/>
          </a:prstGeom>
        </p:spPr>
      </p:pic>
      <p:sp>
        <p:nvSpPr>
          <p:cNvPr id="11" name="TextBox 10"/>
          <p:cNvSpPr txBox="1"/>
          <p:nvPr userDrawn="1"/>
        </p:nvSpPr>
        <p:spPr bwMode="auto">
          <a:xfrm>
            <a:off x="334963" y="2744118"/>
            <a:ext cx="11522075" cy="523220"/>
          </a:xfrm>
          <a:prstGeom prst="rect">
            <a:avLst/>
          </a:prstGeom>
          <a:noFill/>
          <a:ln w="9525">
            <a:noFill/>
            <a:miter lim="800000"/>
            <a:headEnd/>
            <a:tailEnd/>
          </a:ln>
          <a:effectLst/>
        </p:spPr>
        <p:txBody>
          <a:bodyPr wrap="square">
            <a:spAutoFit/>
          </a:bodyPr>
          <a:lstStyle/>
          <a:p>
            <a:pPr algn="ctr" defTabSz="914446">
              <a:lnSpc>
                <a:spcPct val="100000"/>
              </a:lnSpc>
              <a:spcBef>
                <a:spcPts val="0"/>
              </a:spcBef>
              <a:buNone/>
              <a:defRPr/>
            </a:pPr>
            <a:r>
              <a:rPr lang="ru-RU" sz="2800" b="1">
                <a:solidFill>
                  <a:schemeClr val="bg1"/>
                </a:solidFill>
                <a:latin typeface="DIN Pro Medium"/>
                <a:ea typeface="Arial"/>
                <a:cs typeface="Arial"/>
              </a:rPr>
              <a:t>Спасибо за внимание</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userDrawn="1">
  <p:cSld name="2_Базовый слайд с подзаголовком">
    <p:spTree>
      <p:nvGrpSpPr>
        <p:cNvPr id="1" name=""/>
        <p:cNvGrpSpPr/>
        <p:nvPr/>
      </p:nvGrpSpPr>
      <p:grpSpPr bwMode="auto">
        <a:xfrm>
          <a:off x="0" y="0"/>
          <a:ext cx="0" cy="0"/>
          <a:chOff x="0" y="0"/>
          <a:chExt cx="0" cy="0"/>
        </a:xfrm>
      </p:grpSpPr>
      <p:sp>
        <p:nvSpPr>
          <p:cNvPr id="13" name="Subtitle 2"/>
          <p:cNvSpPr>
            <a:spLocks noGrp="1"/>
          </p:cNvSpPr>
          <p:nvPr>
            <p:ph type="subTitle" idx="1" hasCustomPrompt="1"/>
          </p:nvPr>
        </p:nvSpPr>
        <p:spPr bwMode="auto">
          <a:xfrm>
            <a:off x="336000" y="908725"/>
            <a:ext cx="11520000" cy="215444"/>
          </a:xfrm>
          <a:prstGeom prst="rect">
            <a:avLst/>
          </a:prstGeom>
        </p:spPr>
        <p:txBody>
          <a:bodyPr lIns="0" tIns="0" rIns="0" bIns="0" anchor="t" anchorCtr="0">
            <a:spAutoFit/>
          </a:bodyPr>
          <a:lstStyle>
            <a:lvl1pPr marL="0" indent="0" algn="l">
              <a:lnSpc>
                <a:spcPct val="100000"/>
              </a:lnSpc>
              <a:spcBef>
                <a:spcPts val="0"/>
              </a:spcBef>
              <a:buNone/>
              <a:defRPr lang="ru-RU" sz="1400">
                <a:solidFill>
                  <a:schemeClr val="accent6"/>
                </a:solidFill>
              </a:defRPr>
            </a:lvl1pPr>
            <a:lvl2pPr marL="457224"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8" indent="0" algn="ctr">
              <a:buNone/>
              <a:defRPr sz="1600"/>
            </a:lvl7pPr>
            <a:lvl8pPr marL="3200560" indent="0" algn="ctr">
              <a:buNone/>
              <a:defRPr sz="1600"/>
            </a:lvl8pPr>
            <a:lvl9pPr marL="3657783" indent="0" algn="ctr">
              <a:buNone/>
              <a:defRPr sz="1600"/>
            </a:lvl9pPr>
          </a:lstStyle>
          <a:p>
            <a:pPr lvl="0" defTabSz="914400">
              <a:defRPr/>
            </a:pPr>
            <a:r>
              <a:rPr lang="ru-RU"/>
              <a:t>Подзаголовок</a:t>
            </a:r>
            <a:endParaRPr/>
          </a:p>
        </p:txBody>
      </p:sp>
      <p:sp>
        <p:nvSpPr>
          <p:cNvPr id="4" name="Заголовок 3"/>
          <p:cNvSpPr>
            <a:spLocks noGrp="1"/>
          </p:cNvSpPr>
          <p:nvPr>
            <p:ph type="title" hasCustomPrompt="1"/>
          </p:nvPr>
        </p:nvSpPr>
        <p:spPr bwMode="auto">
          <a:xfrm>
            <a:off x="336000" y="150527"/>
            <a:ext cx="11520000" cy="369332"/>
          </a:xfrm>
        </p:spPr>
        <p:txBody>
          <a:bodyPr vert="horz"/>
          <a:lstStyle>
            <a:lvl1pPr>
              <a:defRPr b="1"/>
            </a:lvl1pPr>
          </a:lstStyle>
          <a:p>
            <a:pPr>
              <a:defRPr/>
            </a:pPr>
            <a:r>
              <a:rPr lang="ru-RU"/>
              <a:t>Заголовок</a:t>
            </a:r>
            <a:endParaRPr/>
          </a:p>
        </p:txBody>
      </p:sp>
      <p:sp>
        <p:nvSpPr>
          <p:cNvPr id="8" name="Rectangle 12"/>
          <p:cNvSpPr/>
          <p:nvPr userDrawn="1"/>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chemeClr val="accent5"/>
                </a:solidFill>
                <a:latin typeface="DIN Pro Regular"/>
                <a:ea typeface="Arial"/>
                <a:cs typeface="Arial"/>
              </a:rPr>
              <a:t>0</a:t>
            </a:fld>
            <a:endParaRPr lang="ru-RU" sz="1000" b="0" i="0" u="none" strike="noStrike" cap="none" spc="0">
              <a:ln>
                <a:noFill/>
              </a:ln>
              <a:solidFill>
                <a:schemeClr val="accent5"/>
              </a:solidFill>
              <a:latin typeface="DIN Pro Regular"/>
              <a:ea typeface="Arial"/>
              <a:cs typeface="Arial"/>
            </a:endParaRPr>
          </a:p>
        </p:txBody>
      </p:sp>
      <p:cxnSp>
        <p:nvCxnSpPr>
          <p:cNvPr id="5" name="Прямая соединительная линия 4"/>
          <p:cNvCxnSpPr>
            <a:cxnSpLocks/>
          </p:cNvCxnSpPr>
          <p:nvPr userDrawn="1"/>
        </p:nvCxnSpPr>
        <p:spPr bwMode="auto">
          <a:xfrm>
            <a:off x="11611219" y="6400800"/>
            <a:ext cx="0" cy="457200"/>
          </a:xfrm>
          <a:prstGeom prst="line">
            <a:avLst/>
          </a:prstGeom>
          <a:ln>
            <a:tailEnd type="none"/>
          </a:ln>
        </p:spPr>
        <p:style>
          <a:lnRef idx="1">
            <a:schemeClr val="accent5"/>
          </a:lnRef>
          <a:fillRef idx="0">
            <a:schemeClr val="accent5"/>
          </a:fillRef>
          <a:effectRef idx="0">
            <a:schemeClr val="accent5"/>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emf"/><Relationship Id="rId23"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1813" y="1441"/>
          <a:ext cx="1809" cy="1440"/>
        </p:xfrm>
        <a:graphic>
          <a:graphicData uri="http://schemas.openxmlformats.org/presentationml/2006/ole">
            <p:oleObj name="oleObj" r:id="rId23" imgW="0" imgH="0" progId="TCLayout.ActiveDocument.1">
              <p:embed/>
              <p:pic>
                <p:nvPicPr>
                  <p:cNvPr id="2" name=""/>
                  <p:cNvPicPr/>
                  <p:nvPr/>
                </p:nvPicPr>
                <p:blipFill>
                  <a:blip r:embed="rId22"/>
                  <a:stretch/>
                </p:blipFill>
                <p:spPr bwMode="auto">
                  <a:xfrm>
                    <a:off x="1813" y="1441"/>
                    <a:ext cx="1809" cy="1440"/>
                  </a:xfrm>
                  <a:prstGeom prst="rect">
                    <a:avLst/>
                  </a:prstGeom>
                </p:spPr>
              </p:pic>
            </p:oleObj>
          </a:graphicData>
        </a:graphic>
      </p:graphicFrame>
      <p:sp>
        <p:nvSpPr>
          <p:cNvPr id="2" name="Title Placeholder 1"/>
          <p:cNvSpPr>
            <a:spLocks noGrp="1"/>
          </p:cNvSpPr>
          <p:nvPr userDrawn="1">
            <p:ph type="title"/>
          </p:nvPr>
        </p:nvSpPr>
        <p:spPr bwMode="auto">
          <a:xfrm>
            <a:off x="336000" y="50800"/>
            <a:ext cx="11520000" cy="738664"/>
          </a:xfrm>
          <a:prstGeom prst="rect">
            <a:avLst/>
          </a:prstGeom>
        </p:spPr>
        <p:txBody>
          <a:bodyPr vert="horz" wrap="square" lIns="0" tIns="0" rIns="0" bIns="0" rtlCol="0" anchor="t" anchorCtr="0">
            <a:spAutoFit/>
          </a:bodyPr>
          <a:lstStyle/>
          <a:p>
            <a:pPr>
              <a:defRPr/>
            </a:pPr>
            <a:r>
              <a:rPr lang="ru-RU"/>
              <a:t>Заголовок может быть набран </a:t>
            </a:r>
            <a:br>
              <a:rPr lang="ru-RU"/>
            </a:br>
            <a:r>
              <a:rPr lang="ru-RU"/>
              <a:t>в одну или две строки (24 </a:t>
            </a:r>
            <a:r>
              <a:rPr lang="ru-RU"/>
              <a:t>pt</a:t>
            </a:r>
            <a:r>
              <a:rPr lang="ru-RU"/>
              <a:t>) </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1" ftr="1" hdr="0" sldNum="0"/>
  <p:txStyles>
    <p:titleStyle>
      <a:lvl1pPr algn="l" defTabSz="914446">
        <a:lnSpc>
          <a:spcPct val="100000"/>
        </a:lnSpc>
        <a:spcBef>
          <a:spcPts val="0"/>
        </a:spcBef>
        <a:buNone/>
        <a:defRPr lang="en-US" sz="2400" b="1">
          <a:solidFill>
            <a:schemeClr val="accent5"/>
          </a:solidFill>
          <a:latin typeface="+mj-lt"/>
          <a:ea typeface="+mj-ea"/>
          <a:cs typeface="+mj-cs"/>
        </a:defRPr>
      </a:lvl1pPr>
    </p:titleStyle>
    <p:bodyStyle>
      <a:lvl1pPr marL="0" indent="0" algn="l" defTabSz="914446">
        <a:lnSpc>
          <a:spcPct val="100000"/>
        </a:lnSpc>
        <a:spcBef>
          <a:spcPts val="0"/>
        </a:spcBef>
        <a:buClr>
          <a:schemeClr val="accent4"/>
        </a:buClr>
        <a:buFont typeface="Wingdings"/>
        <a:buNone/>
        <a:defRPr lang="ru-RU" sz="1200">
          <a:solidFill>
            <a:schemeClr val="tx1"/>
          </a:solidFill>
          <a:latin typeface="+mn-lt"/>
          <a:ea typeface="+mn-ea"/>
          <a:cs typeface="+mn-cs"/>
        </a:defRPr>
      </a:lvl1pPr>
      <a:lvl2pPr marL="144006" indent="-144006" algn="l" defTabSz="914446">
        <a:lnSpc>
          <a:spcPct val="100000"/>
        </a:lnSpc>
        <a:spcBef>
          <a:spcPts val="0"/>
        </a:spcBef>
        <a:buClr>
          <a:schemeClr val="accent5"/>
        </a:buClr>
        <a:buFont typeface="Wingdings"/>
        <a:buChar char="§"/>
        <a:defRPr lang="ru-RU" sz="1200">
          <a:solidFill>
            <a:schemeClr val="tx1"/>
          </a:solidFill>
          <a:latin typeface="+mn-lt"/>
          <a:ea typeface="+mn-ea"/>
          <a:cs typeface="+mn-cs"/>
        </a:defRPr>
      </a:lvl2pPr>
      <a:lvl3pPr marL="288015" indent="-144006" algn="l" defTabSz="914446">
        <a:lnSpc>
          <a:spcPct val="100000"/>
        </a:lnSpc>
        <a:spcBef>
          <a:spcPts val="0"/>
        </a:spcBef>
        <a:buClr>
          <a:schemeClr val="accent5"/>
        </a:buClr>
        <a:buFont typeface="Arial"/>
        <a:buChar char="−"/>
        <a:defRPr lang="ru-RU" sz="1200">
          <a:solidFill>
            <a:schemeClr val="tx1"/>
          </a:solidFill>
          <a:latin typeface="+mn-lt"/>
          <a:ea typeface="+mn-ea"/>
          <a:cs typeface="+mn-cs"/>
        </a:defRPr>
      </a:lvl3pPr>
      <a:lvl4pPr marL="432022" indent="-144006" algn="l" defTabSz="914446">
        <a:lnSpc>
          <a:spcPct val="100000"/>
        </a:lnSpc>
        <a:spcBef>
          <a:spcPts val="0"/>
        </a:spcBef>
        <a:buClr>
          <a:schemeClr val="accent5"/>
        </a:buClr>
        <a:buFont typeface="Arial"/>
        <a:buChar char="▫"/>
        <a:defRPr lang="ru-RU" sz="1200">
          <a:solidFill>
            <a:schemeClr val="tx1"/>
          </a:solidFill>
          <a:latin typeface="+mn-lt"/>
          <a:ea typeface="+mn-ea"/>
          <a:cs typeface="+mn-cs"/>
        </a:defRPr>
      </a:lvl4pPr>
      <a:lvl5pPr marL="576029" indent="-144006" algn="l" defTabSz="914446">
        <a:lnSpc>
          <a:spcPct val="100000"/>
        </a:lnSpc>
        <a:spcBef>
          <a:spcPts val="0"/>
        </a:spcBef>
        <a:buClr>
          <a:schemeClr val="accent5"/>
        </a:buClr>
        <a:buFont typeface="Arial"/>
        <a:buChar char="-"/>
        <a:defRPr lang="en-US" sz="1200">
          <a:solidFill>
            <a:schemeClr val="tx1"/>
          </a:solidFill>
          <a:latin typeface="+mn-lt"/>
          <a:ea typeface="+mn-ea"/>
          <a:cs typeface="+mn-cs"/>
        </a:defRPr>
      </a:lvl5pPr>
      <a:lvl6pPr marL="2514726" indent="-228611" algn="l" defTabSz="914446">
        <a:lnSpc>
          <a:spcPct val="90000"/>
        </a:lnSpc>
        <a:spcBef>
          <a:spcPts val="500"/>
        </a:spcBef>
        <a:buFont typeface="Arial"/>
        <a:buChar char="•"/>
        <a:defRPr sz="1800">
          <a:solidFill>
            <a:schemeClr val="tx1"/>
          </a:solidFill>
          <a:latin typeface="+mn-lt"/>
          <a:ea typeface="+mn-ea"/>
          <a:cs typeface="+mn-cs"/>
        </a:defRPr>
      </a:lvl6pPr>
      <a:lvl7pPr marL="2971949" indent="-228611" algn="l" defTabSz="914446">
        <a:lnSpc>
          <a:spcPct val="90000"/>
        </a:lnSpc>
        <a:spcBef>
          <a:spcPts val="500"/>
        </a:spcBef>
        <a:buFont typeface="Arial"/>
        <a:buChar char="•"/>
        <a:defRPr sz="1800">
          <a:solidFill>
            <a:schemeClr val="tx1"/>
          </a:solidFill>
          <a:latin typeface="+mn-lt"/>
          <a:ea typeface="+mn-ea"/>
          <a:cs typeface="+mn-cs"/>
        </a:defRPr>
      </a:lvl7pPr>
      <a:lvl8pPr marL="3429171" indent="-228611" algn="l" defTabSz="914446">
        <a:lnSpc>
          <a:spcPct val="90000"/>
        </a:lnSpc>
        <a:spcBef>
          <a:spcPts val="500"/>
        </a:spcBef>
        <a:buFont typeface="Arial"/>
        <a:buChar char="•"/>
        <a:defRPr sz="1800">
          <a:solidFill>
            <a:schemeClr val="tx1"/>
          </a:solidFill>
          <a:latin typeface="+mn-lt"/>
          <a:ea typeface="+mn-ea"/>
          <a:cs typeface="+mn-cs"/>
        </a:defRPr>
      </a:lvl8pPr>
      <a:lvl9pPr marL="3886394" indent="-228611" algn="l" defTabSz="914446">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46">
        <a:defRPr sz="1800">
          <a:solidFill>
            <a:schemeClr val="tx1"/>
          </a:solidFill>
          <a:latin typeface="+mn-lt"/>
          <a:ea typeface="+mn-ea"/>
          <a:cs typeface="+mn-cs"/>
        </a:defRPr>
      </a:lvl1pPr>
      <a:lvl2pPr marL="457224" algn="l" defTabSz="914446">
        <a:defRPr sz="1800">
          <a:solidFill>
            <a:schemeClr val="tx1"/>
          </a:solidFill>
          <a:latin typeface="+mn-lt"/>
          <a:ea typeface="+mn-ea"/>
          <a:cs typeface="+mn-cs"/>
        </a:defRPr>
      </a:lvl2pPr>
      <a:lvl3pPr marL="914446" algn="l" defTabSz="914446">
        <a:defRPr sz="1800">
          <a:solidFill>
            <a:schemeClr val="tx1"/>
          </a:solidFill>
          <a:latin typeface="+mn-lt"/>
          <a:ea typeface="+mn-ea"/>
          <a:cs typeface="+mn-cs"/>
        </a:defRPr>
      </a:lvl3pPr>
      <a:lvl4pPr marL="1371669" algn="l" defTabSz="914446">
        <a:defRPr sz="1800">
          <a:solidFill>
            <a:schemeClr val="tx1"/>
          </a:solidFill>
          <a:latin typeface="+mn-lt"/>
          <a:ea typeface="+mn-ea"/>
          <a:cs typeface="+mn-cs"/>
        </a:defRPr>
      </a:lvl4pPr>
      <a:lvl5pPr marL="1828891" algn="l" defTabSz="914446">
        <a:defRPr sz="1800">
          <a:solidFill>
            <a:schemeClr val="tx1"/>
          </a:solidFill>
          <a:latin typeface="+mn-lt"/>
          <a:ea typeface="+mn-ea"/>
          <a:cs typeface="+mn-cs"/>
        </a:defRPr>
      </a:lvl5pPr>
      <a:lvl6pPr marL="2286114" algn="l" defTabSz="914446">
        <a:defRPr sz="1800">
          <a:solidFill>
            <a:schemeClr val="tx1"/>
          </a:solidFill>
          <a:latin typeface="+mn-lt"/>
          <a:ea typeface="+mn-ea"/>
          <a:cs typeface="+mn-cs"/>
        </a:defRPr>
      </a:lvl6pPr>
      <a:lvl7pPr marL="2743338" algn="l" defTabSz="914446">
        <a:defRPr sz="1800">
          <a:solidFill>
            <a:schemeClr val="tx1"/>
          </a:solidFill>
          <a:latin typeface="+mn-lt"/>
          <a:ea typeface="+mn-ea"/>
          <a:cs typeface="+mn-cs"/>
        </a:defRPr>
      </a:lvl7pPr>
      <a:lvl8pPr marL="3200560" algn="l" defTabSz="914446">
        <a:defRPr sz="1800">
          <a:solidFill>
            <a:schemeClr val="tx1"/>
          </a:solidFill>
          <a:latin typeface="+mn-lt"/>
          <a:ea typeface="+mn-ea"/>
          <a:cs typeface="+mn-cs"/>
        </a:defRPr>
      </a:lvl8pPr>
      <a:lvl9pPr marL="3657783" algn="l" defTabSz="914446">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media20.svg"/><Relationship Id="rId5" Type="http://schemas.openxmlformats.org/officeDocument/2006/relationships/image" Target="../media/image45.png"/><Relationship Id="rId6" Type="http://schemas.openxmlformats.org/officeDocument/2006/relationships/image" Target="../media/media21.svg"/><Relationship Id="rId7" Type="http://schemas.openxmlformats.org/officeDocument/2006/relationships/image" Target="../media/image46.png"/><Relationship Id="rId8" Type="http://schemas.openxmlformats.org/officeDocument/2006/relationships/image" Target="../media/media22.sv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2.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image" Target="../media/image43.png"/><Relationship Id="rId4" Type="http://schemas.openxmlformats.org/officeDocument/2006/relationships/chart" Target="../charts/chart4.xml"/><Relationship Id="rId5" Type="http://schemas.openxmlformats.org/officeDocument/2006/relationships/image" Target="../media/image47.png"/><Relationship Id="rId6" Type="http://schemas.openxmlformats.org/officeDocument/2006/relationships/image" Target="../media/image3.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5.xml"/><Relationship Id="rId3" Type="http://schemas.openxmlformats.org/officeDocument/2006/relationships/image" Target="../media/image43.png"/><Relationship Id="rId4" Type="http://schemas.openxmlformats.org/officeDocument/2006/relationships/chart" Target="../charts/chart6.xml"/><Relationship Id="rId5" Type="http://schemas.openxmlformats.org/officeDocument/2006/relationships/image" Target="../media/image47.png"/><Relationship Id="rId6" Type="http://schemas.openxmlformats.org/officeDocument/2006/relationships/image" Target="../media/image4.png"/><Relationship Id="rId7" Type="http://schemas.openxmlformats.org/officeDocument/2006/relationships/notesSlide" Target="../notesSlides/notesSlide6.xml"/><Relationship Id="rId8"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5.png"/><Relationship Id="rId8" Type="http://schemas.openxmlformats.org/officeDocument/2006/relationships/notesSlide" Target="../notesSlides/notesSlide7.xml"/><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6.png"/><Relationship Id="rId8" Type="http://schemas.openxmlformats.org/officeDocument/2006/relationships/notesSlide" Target="../notesSlides/notesSlide8.xml"/><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7.png"/><Relationship Id="rId8" Type="http://schemas.openxmlformats.org/officeDocument/2006/relationships/notesSlide" Target="../notesSlides/notesSlide9.xml"/><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8.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11.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12.png"/><Relationship Id="rId8" Type="http://schemas.openxmlformats.org/officeDocument/2006/relationships/notesSlide" Target="../notesSlides/notesSlide12.xml"/><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image" Target="../media/image43.png"/><Relationship Id="rId4" Type="http://schemas.openxmlformats.org/officeDocument/2006/relationships/chart" Target="../charts/chart2.xml"/><Relationship Id="rId5" Type="http://schemas.openxmlformats.org/officeDocument/2006/relationships/image" Target="../media/image47.png"/><Relationship Id="rId6" Type="http://schemas.openxmlformats.org/officeDocument/2006/relationships/image" Target="../media/media23.svg"/><Relationship Id="rId7" Type="http://schemas.openxmlformats.org/officeDocument/2006/relationships/image" Target="../media/image17.png"/><Relationship Id="rId8" Type="http://schemas.openxmlformats.org/officeDocument/2006/relationships/notesSlide" Target="../notesSlides/notesSlide13.xml"/><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7" name="Заголовок 1"/>
          <p:cNvSpPr>
            <a:spLocks noGrp="1"/>
          </p:cNvSpPr>
          <p:nvPr/>
        </p:nvSpPr>
        <p:spPr bwMode="auto">
          <a:xfrm>
            <a:off x="1420420" y="833421"/>
            <a:ext cx="9351146" cy="1490786"/>
          </a:xfrm>
          <a:prstGeom prst="rect">
            <a:avLst/>
          </a:prstGeom>
        </p:spPr>
        <p:txBody>
          <a:bodyPr vert="horz" lIns="91440" tIns="45720" rIns="91440" bIns="45720" rtlCol="0" anchor="b">
            <a:noAutofit/>
          </a:bodyPr>
          <a:lstStyle>
            <a:lvl1pPr algn="ctr" defTabSz="914400">
              <a:lnSpc>
                <a:spcPct val="90000"/>
              </a:lnSpc>
              <a:spcBef>
                <a:spcPts val="0"/>
              </a:spcBef>
              <a:buNone/>
              <a:defRPr sz="6000">
                <a:solidFill>
                  <a:schemeClr val="tx1"/>
                </a:solidFill>
                <a:latin typeface="+mj-lt"/>
                <a:ea typeface="+mj-ea"/>
                <a:cs typeface="+mj-cs"/>
              </a:defRPr>
            </a:lvl1pPr>
          </a:lstStyle>
          <a:p>
            <a:pPr>
              <a:lnSpc>
                <a:spcPct val="100000"/>
              </a:lnSpc>
              <a:defRPr/>
            </a:pPr>
            <a:r>
              <a:rPr lang="ru-RU" sz="2000" b="0" i="0" u="none" strike="noStrike" cap="all" spc="0">
                <a:ln>
                  <a:noFill/>
                </a:ln>
                <a:latin typeface="Times New Roman"/>
                <a:cs typeface="Times New Roman"/>
              </a:rPr>
              <a:t>МИНОБРНАУКИ РОССИИ</a:t>
            </a:r>
            <a:br>
              <a:rPr lang="en-US" sz="2000" b="0" i="0" u="none" strike="noStrike" cap="none" spc="0">
                <a:ln>
                  <a:noFill/>
                </a:ln>
                <a:latin typeface="Times New Roman"/>
                <a:ea typeface="Times New Roman"/>
                <a:cs typeface="Times New Roman"/>
              </a:rPr>
            </a:br>
            <a:r>
              <a:rPr lang="ru-RU" sz="2000" b="0" i="0" u="none" strike="noStrike" cap="none" spc="0">
                <a:ln>
                  <a:noFill/>
                </a:ln>
                <a:latin typeface="Times New Roman"/>
                <a:ea typeface="Times New Roman"/>
                <a:cs typeface="Times New Roman"/>
              </a:rPr>
              <a:t>Федеральное государственное бюджетное образовательное учреждение</a:t>
            </a:r>
            <a:br>
              <a:rPr lang="ru-RU" sz="2000" b="0" i="0" u="none" strike="noStrike" cap="none" spc="0">
                <a:ln>
                  <a:noFill/>
                </a:ln>
                <a:latin typeface="Times New Roman"/>
                <a:ea typeface="Times New Roman"/>
                <a:cs typeface="Times New Roman"/>
              </a:rPr>
            </a:br>
            <a:r>
              <a:rPr lang="ru-RU" sz="2000" b="0" i="0" u="none" strike="noStrike" cap="none" spc="0">
                <a:ln>
                  <a:noFill/>
                </a:ln>
                <a:latin typeface="Times New Roman"/>
                <a:ea typeface="Times New Roman"/>
                <a:cs typeface="Times New Roman"/>
              </a:rPr>
              <a:t>высшего образования</a:t>
            </a:r>
            <a:br>
              <a:rPr lang="ru-RU" sz="2000" b="0" i="0" u="none" strike="noStrike" cap="none" spc="0">
                <a:ln>
                  <a:noFill/>
                </a:ln>
                <a:latin typeface="Times New Roman"/>
                <a:ea typeface="Times New Roman"/>
                <a:cs typeface="Times New Roman"/>
              </a:rPr>
            </a:br>
            <a:r>
              <a:rPr lang="ru-RU" sz="2000" b="1" i="0" u="none" strike="noStrike" cap="none" spc="0">
                <a:ln>
                  <a:noFill/>
                </a:ln>
                <a:latin typeface="Times New Roman"/>
                <a:ea typeface="Times New Roman"/>
                <a:cs typeface="Times New Roman"/>
              </a:rPr>
              <a:t>«МИРЭА – Российский технологический университет»</a:t>
            </a:r>
            <a:br>
              <a:rPr lang="ru-RU" sz="2000" b="0" i="0" u="none" strike="noStrike" cap="none" spc="0">
                <a:ln>
                  <a:noFill/>
                </a:ln>
                <a:latin typeface="Times New Roman"/>
                <a:ea typeface="Times New Roman"/>
                <a:cs typeface="Times New Roman"/>
              </a:rPr>
            </a:br>
            <a:r>
              <a:rPr lang="ru-RU" sz="2000" b="1" i="0" u="none" strike="noStrike" cap="none" spc="0">
                <a:ln>
                  <a:noFill/>
                </a:ln>
                <a:latin typeface="Times New Roman"/>
                <a:ea typeface="Times New Roman"/>
                <a:cs typeface="Times New Roman"/>
              </a:rPr>
              <a:t>РТУ МИРЭА</a:t>
            </a:r>
            <a:endParaRPr lang="ru-RU" sz="2000">
              <a:latin typeface="Times New Roman"/>
              <a:cs typeface="Times New Roman"/>
            </a:endParaRPr>
          </a:p>
        </p:txBody>
      </p:sp>
      <p:sp>
        <p:nvSpPr>
          <p:cNvPr id="18" name="TextBox 17"/>
          <p:cNvSpPr txBox="1"/>
          <p:nvPr/>
        </p:nvSpPr>
        <p:spPr bwMode="auto">
          <a:xfrm>
            <a:off x="2312682" y="2298676"/>
            <a:ext cx="9567318" cy="369332"/>
          </a:xfrm>
          <a:prstGeom prst="rect">
            <a:avLst/>
          </a:prstGeom>
          <a:noFill/>
        </p:spPr>
        <p:txBody>
          <a:bodyPr wrap="none" rtlCol="0">
            <a:spAutoFit/>
          </a:bodyPr>
          <a:lstStyle/>
          <a:p>
            <a:pPr>
              <a:defRPr/>
            </a:pPr>
            <a:r>
              <a:rPr lang="ru-RU">
                <a:latin typeface="Times New Roman"/>
                <a:cs typeface="Times New Roman"/>
              </a:rPr>
              <a:t>Институт перспективных технологий и индустриального программирования</a:t>
            </a:r>
            <a:endParaRPr/>
          </a:p>
        </p:txBody>
      </p:sp>
      <p:sp>
        <p:nvSpPr>
          <p:cNvPr id="19" name="TextBox 18"/>
          <p:cNvSpPr txBox="1"/>
          <p:nvPr/>
        </p:nvSpPr>
        <p:spPr bwMode="auto">
          <a:xfrm>
            <a:off x="3128852" y="2613646"/>
            <a:ext cx="6094520" cy="369332"/>
          </a:xfrm>
          <a:prstGeom prst="rect">
            <a:avLst/>
          </a:prstGeom>
          <a:noFill/>
        </p:spPr>
        <p:txBody>
          <a:bodyPr wrap="square">
            <a:spAutoFit/>
          </a:bodyPr>
          <a:lstStyle/>
          <a:p>
            <a:pPr algn="ctr">
              <a:defRPr/>
            </a:pPr>
            <a:r>
              <a:rPr lang="ru-RU">
                <a:latin typeface="Times New Roman"/>
                <a:cs typeface="Times New Roman"/>
              </a:rPr>
              <a:t>Кафедра индустриального программирования</a:t>
            </a:r>
            <a:endParaRPr/>
          </a:p>
        </p:txBody>
      </p:sp>
      <p:sp>
        <p:nvSpPr>
          <p:cNvPr id="20" name="TextBox 19"/>
          <p:cNvSpPr txBox="1"/>
          <p:nvPr/>
        </p:nvSpPr>
        <p:spPr bwMode="auto">
          <a:xfrm>
            <a:off x="2312681" y="3206551"/>
            <a:ext cx="7566624" cy="954107"/>
          </a:xfrm>
          <a:prstGeom prst="rect">
            <a:avLst/>
          </a:prstGeom>
          <a:noFill/>
        </p:spPr>
        <p:txBody>
          <a:bodyPr wrap="square">
            <a:spAutoFit/>
          </a:bodyPr>
          <a:lstStyle/>
          <a:p>
            <a:pPr algn="ctr">
              <a:defRPr/>
            </a:pPr>
            <a:r>
              <a:rPr sz="2400" b="1">
                <a:solidFill>
                  <a:srgbClr val="1F3A5F"/>
                </a:solidFill>
                <a:latin typeface="Times New Roman"/>
              </a:rPr>
              <a:t>«Разработка веб-приложения для управления техническим обслуживанием и ремонтом оборудования предприятия»</a:t>
            </a:r>
            <a:endParaRPr/>
          </a:p>
        </p:txBody>
      </p:sp>
      <p:sp>
        <p:nvSpPr>
          <p:cNvPr id="21" name="TextBox 20"/>
          <p:cNvSpPr txBox="1"/>
          <p:nvPr/>
        </p:nvSpPr>
        <p:spPr bwMode="auto">
          <a:xfrm>
            <a:off x="6010874" y="4384231"/>
            <a:ext cx="6094520" cy="2308324"/>
          </a:xfrm>
          <a:prstGeom prst="rect">
            <a:avLst/>
          </a:prstGeom>
          <a:noFill/>
        </p:spPr>
        <p:txBody>
          <a:bodyPr wrap="square">
            <a:spAutoFit/>
          </a:bodyPr>
          <a:lstStyle/>
          <a:p>
            <a:pPr algn="l">
              <a:defRPr/>
            </a:pPr>
            <a:r>
              <a:rPr sz="1400" b="1">
                <a:solidFill>
                  <a:srgbClr val="222222"/>
                </a:solidFill>
                <a:latin typeface="Times New Roman"/>
              </a:rPr>
              <a:t>Подготовил:</a:t>
            </a:r>
            <a:endParaRPr/>
          </a:p>
          <a:p>
            <a:pPr algn="l"/>
            <a:r>
              <a:rPr sz="1400" b="0">
                <a:solidFill>
                  <a:srgbClr val="222222"/>
                </a:solidFill>
                <a:latin typeface="Times New Roman"/>
              </a:rPr>
              <a:t>студент группы ЭФБО-06-22</a:t>
            </a:r>
          </a:p>
          <a:p>
            <a:pPr algn="l"/>
            <a:r>
              <a:rPr sz="1400" b="0">
                <a:solidFill>
                  <a:srgbClr val="222222"/>
                </a:solidFill>
                <a:latin typeface="Times New Roman"/>
              </a:rPr>
              <a:t>Суднишников Никита Михайлович</a:t>
            </a:r>
          </a:p>
          <a:p>
            <a:pPr algn="l"/>
          </a:p>
          <a:p>
            <a:pPr algn="l"/>
            <a:r>
              <a:rPr sz="1400" b="1">
                <a:solidFill>
                  <a:srgbClr val="222222"/>
                </a:solidFill>
                <a:latin typeface="Times New Roman"/>
              </a:rPr>
              <a:t>Руководитель:</a:t>
            </a:r>
          </a:p>
          <a:p>
            <a:pPr algn="l"/>
            <a:r>
              <a:rPr sz="1400" b="0">
                <a:solidFill>
                  <a:srgbClr val="222222"/>
                </a:solidFill>
                <a:latin typeface="Times New Roman"/>
              </a:rPr>
              <a:t>к.т.н., доцент кафедры индустриального программирования</a:t>
            </a:r>
          </a:p>
          <a:p>
            <a:pPr algn="l"/>
            <a:r>
              <a:rPr sz="1400" b="0">
                <a:solidFill>
                  <a:srgbClr val="222222"/>
                </a:solidFill>
                <a:latin typeface="Times New Roman"/>
              </a:rPr>
              <a:t>Бочаров Михаил Иванович</a:t>
            </a: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5" name="Рисунок 4"/>
          <p:cNvPicPr>
            <a:picLocks noChangeAspect="1"/>
          </p:cNvPicPr>
          <p:nvPr/>
        </p:nvPicPr>
        <p:blipFill>
          <a:blip r:embed="rId2"/>
          <a:stretch/>
        </p:blipFill>
        <p:spPr bwMode="auto">
          <a:xfrm rot="16199999">
            <a:off x="6682342" y="1348340"/>
            <a:ext cx="6880621" cy="4138697"/>
          </a:xfrm>
          <a:prstGeom prst="rect">
            <a:avLst/>
          </a:prstGeom>
        </p:spPr>
      </p:pic>
      <p:sp>
        <p:nvSpPr>
          <p:cNvPr id="42" name="Rectangle 12"/>
          <p:cNvSpPr/>
          <p:nvPr/>
        </p:nvSpPr>
        <p:spPr bwMode="auto">
          <a:xfrm>
            <a:off x="11468344" y="6553584"/>
            <a:ext cx="387900" cy="15388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spAutoFit/>
          </a:bodyPr>
          <a:lstStyle/>
          <a:p>
            <a:pPr marL="0" marR="0" lvl="0" indent="0" algn="r" defTabSz="914400">
              <a:lnSpc>
                <a:spcPct val="100000"/>
              </a:lnSpc>
              <a:spcBef>
                <a:spcPts val="0"/>
              </a:spcBef>
              <a:spcAft>
                <a:spcPts val="0"/>
              </a:spcAft>
              <a:buClrTx/>
              <a:buSzTx/>
              <a:buFontTx/>
              <a:buNone/>
              <a:defRPr/>
            </a:pPr>
            <a:fld id="{3E423E46-B7A0-4744-B3E1-320992BDBEC7}" type="slidenum">
              <a:rPr lang="ru-RU" sz="1000" b="0" i="0" u="none" strike="noStrike" cap="none" spc="0">
                <a:ln>
                  <a:noFill/>
                </a:ln>
                <a:solidFill>
                  <a:srgbClr val="FFFFFF"/>
                </a:solidFill>
                <a:latin typeface="DIN Pro Regular"/>
                <a:ea typeface="Arial"/>
                <a:cs typeface="Arial"/>
              </a:rPr>
              <a:t>2</a:t>
            </a:fld>
            <a:endParaRPr lang="ru-RU" sz="1000" b="0" i="0" u="none" strike="noStrike" cap="none" spc="0">
              <a:ln>
                <a:noFill/>
              </a:ln>
              <a:solidFill>
                <a:srgbClr val="FFFFFF"/>
              </a:solidFill>
              <a:latin typeface="DIN Pro Regular"/>
              <a:ea typeface="Arial"/>
              <a:cs typeface="Arial"/>
            </a:endParaRPr>
          </a:p>
        </p:txBody>
      </p:sp>
      <p:cxnSp>
        <p:nvCxnSpPr>
          <p:cNvPr id="18" name="Прямая соединительная линия 17"/>
          <p:cNvCxnSpPr>
            <a:cxnSpLocks/>
          </p:cNvCxnSpPr>
          <p:nvPr/>
        </p:nvCxnSpPr>
        <p:spPr bwMode="auto">
          <a:xfrm>
            <a:off x="11611219" y="6400800"/>
            <a:ext cx="0" cy="457200"/>
          </a:xfrm>
          <a:prstGeom prst="line">
            <a:avLst/>
          </a:prstGeom>
          <a:ln>
            <a:solidFill>
              <a:schemeClr val="bg1"/>
            </a:solidFill>
            <a:tailEnd type="none"/>
          </a:ln>
        </p:spPr>
        <p:style>
          <a:lnRef idx="1">
            <a:schemeClr val="accent5"/>
          </a:lnRef>
          <a:fillRef idx="0">
            <a:schemeClr val="accent5"/>
          </a:fillRef>
          <a:effectRef idx="0">
            <a:schemeClr val="accent5"/>
          </a:effectRef>
          <a:fontRef idx="minor">
            <a:schemeClr val="tx1"/>
          </a:fontRef>
        </p:style>
      </p:cxnSp>
      <p:grpSp>
        <p:nvGrpSpPr>
          <p:cNvPr id="4" name="Группа 3"/>
          <p:cNvGrpSpPr/>
          <p:nvPr/>
        </p:nvGrpSpPr>
        <p:grpSpPr bwMode="auto">
          <a:xfrm>
            <a:off x="9743356" y="420456"/>
            <a:ext cx="2022129" cy="1417607"/>
            <a:chOff x="4091278" y="2349598"/>
            <a:chExt cx="3638550" cy="2550793"/>
          </a:xfrm>
          <a:solidFill>
            <a:schemeClr val="bg1"/>
          </a:solidFill>
        </p:grpSpPr>
        <p:sp>
          <p:nvSpPr>
            <p:cNvPr id="9" name="Полилиния: фигура 8"/>
            <p:cNvSpPr/>
            <p:nvPr/>
          </p:nvSpPr>
          <p:spPr bwMode="auto">
            <a:xfrm>
              <a:off x="4091278" y="3925032"/>
              <a:ext cx="336232" cy="426720"/>
            </a:xfrm>
            <a:custGeom>
              <a:avLst/>
              <a:gdLst>
                <a:gd name="connsiteX0" fmla="*/ 300990 w 336232"/>
                <a:gd name="connsiteY0" fmla="*/ 34290 h 426720"/>
                <a:gd name="connsiteX1" fmla="*/ 196215 w 336232"/>
                <a:gd name="connsiteY1" fmla="*/ 0 h 426720"/>
                <a:gd name="connsiteX2" fmla="*/ 0 w 336232"/>
                <a:gd name="connsiteY2" fmla="*/ 0 h 426720"/>
                <a:gd name="connsiteX3" fmla="*/ 0 w 336232"/>
                <a:gd name="connsiteY3" fmla="*/ 40005 h 426720"/>
                <a:gd name="connsiteX4" fmla="*/ 55245 w 336232"/>
                <a:gd name="connsiteY4" fmla="*/ 40005 h 426720"/>
                <a:gd name="connsiteX5" fmla="*/ 55245 w 336232"/>
                <a:gd name="connsiteY5" fmla="*/ 40005 h 426720"/>
                <a:gd name="connsiteX6" fmla="*/ 195263 w 336232"/>
                <a:gd name="connsiteY6" fmla="*/ 40005 h 426720"/>
                <a:gd name="connsiteX7" fmla="*/ 266700 w 336232"/>
                <a:gd name="connsiteY7" fmla="*/ 60960 h 426720"/>
                <a:gd name="connsiteX8" fmla="*/ 292418 w 336232"/>
                <a:gd name="connsiteY8" fmla="*/ 122873 h 426720"/>
                <a:gd name="connsiteX9" fmla="*/ 266700 w 336232"/>
                <a:gd name="connsiteY9" fmla="*/ 183833 h 426720"/>
                <a:gd name="connsiteX10" fmla="*/ 195263 w 336232"/>
                <a:gd name="connsiteY10" fmla="*/ 203835 h 426720"/>
                <a:gd name="connsiteX11" fmla="*/ 0 w 336232"/>
                <a:gd name="connsiteY11" fmla="*/ 204788 h 426720"/>
                <a:gd name="connsiteX12" fmla="*/ 0 w 336232"/>
                <a:gd name="connsiteY12" fmla="*/ 426720 h 426720"/>
                <a:gd name="connsiteX13" fmla="*/ 44768 w 336232"/>
                <a:gd name="connsiteY13" fmla="*/ 426720 h 426720"/>
                <a:gd name="connsiteX14" fmla="*/ 44768 w 336232"/>
                <a:gd name="connsiteY14" fmla="*/ 244793 h 426720"/>
                <a:gd name="connsiteX15" fmla="*/ 196215 w 336232"/>
                <a:gd name="connsiteY15" fmla="*/ 244793 h 426720"/>
                <a:gd name="connsiteX16" fmla="*/ 300990 w 336232"/>
                <a:gd name="connsiteY16" fmla="*/ 210503 h 426720"/>
                <a:gd name="connsiteX17" fmla="*/ 336233 w 336232"/>
                <a:gd name="connsiteY17" fmla="*/ 122873 h 426720"/>
                <a:gd name="connsiteX18" fmla="*/ 300990 w 336232"/>
                <a:gd name="connsiteY18" fmla="*/ 3429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232" h="426720" fill="norm" stroke="1" extrusionOk="0">
                  <a:moveTo>
                    <a:pt x="300990" y="34290"/>
                  </a:moveTo>
                  <a:cubicBezTo>
                    <a:pt x="277178" y="11430"/>
                    <a:pt x="242888" y="0"/>
                    <a:pt x="196215" y="0"/>
                  </a:cubicBezTo>
                  <a:lnTo>
                    <a:pt x="0" y="0"/>
                  </a:lnTo>
                  <a:lnTo>
                    <a:pt x="0" y="40005"/>
                  </a:lnTo>
                  <a:cubicBezTo>
                    <a:pt x="30480" y="40005"/>
                    <a:pt x="55245" y="40005"/>
                    <a:pt x="55245" y="40005"/>
                  </a:cubicBezTo>
                  <a:lnTo>
                    <a:pt x="55245"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0" y="204788"/>
                  </a:lnTo>
                  <a:lnTo>
                    <a:pt x="0" y="426720"/>
                  </a:lnTo>
                  <a:lnTo>
                    <a:pt x="44768" y="426720"/>
                  </a:lnTo>
                  <a:lnTo>
                    <a:pt x="44768" y="244793"/>
                  </a:lnTo>
                  <a:lnTo>
                    <a:pt x="196215" y="244793"/>
                  </a:lnTo>
                  <a:cubicBezTo>
                    <a:pt x="242888" y="244793"/>
                    <a:pt x="277178" y="233363"/>
                    <a:pt x="300990" y="210503"/>
                  </a:cubicBezTo>
                  <a:cubicBezTo>
                    <a:pt x="324803" y="187643"/>
                    <a:pt x="336233" y="158115"/>
                    <a:pt x="336233" y="122873"/>
                  </a:cubicBezTo>
                  <a:cubicBezTo>
                    <a:pt x="336233" y="86678"/>
                    <a:pt x="323850"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11" name="Полилиния: фигура 10"/>
            <p:cNvSpPr/>
            <p:nvPr/>
          </p:nvSpPr>
          <p:spPr bwMode="auto">
            <a:xfrm>
              <a:off x="6491578" y="3925032"/>
              <a:ext cx="336232" cy="425767"/>
            </a:xfrm>
            <a:custGeom>
              <a:avLst/>
              <a:gdLst>
                <a:gd name="connsiteX0" fmla="*/ 300990 w 336232"/>
                <a:gd name="connsiteY0" fmla="*/ 34290 h 425767"/>
                <a:gd name="connsiteX1" fmla="*/ 196215 w 336232"/>
                <a:gd name="connsiteY1" fmla="*/ 0 h 425767"/>
                <a:gd name="connsiteX2" fmla="*/ 0 w 336232"/>
                <a:gd name="connsiteY2" fmla="*/ 0 h 425767"/>
                <a:gd name="connsiteX3" fmla="*/ 0 w 336232"/>
                <a:gd name="connsiteY3" fmla="*/ 39053 h 425767"/>
                <a:gd name="connsiteX4" fmla="*/ 77153 w 336232"/>
                <a:gd name="connsiteY4" fmla="*/ 40005 h 425767"/>
                <a:gd name="connsiteX5" fmla="*/ 77153 w 336232"/>
                <a:gd name="connsiteY5" fmla="*/ 40005 h 425767"/>
                <a:gd name="connsiteX6" fmla="*/ 195263 w 336232"/>
                <a:gd name="connsiteY6" fmla="*/ 40005 h 425767"/>
                <a:gd name="connsiteX7" fmla="*/ 266700 w 336232"/>
                <a:gd name="connsiteY7" fmla="*/ 60960 h 425767"/>
                <a:gd name="connsiteX8" fmla="*/ 292418 w 336232"/>
                <a:gd name="connsiteY8" fmla="*/ 122873 h 425767"/>
                <a:gd name="connsiteX9" fmla="*/ 266700 w 336232"/>
                <a:gd name="connsiteY9" fmla="*/ 183833 h 425767"/>
                <a:gd name="connsiteX10" fmla="*/ 195263 w 336232"/>
                <a:gd name="connsiteY10" fmla="*/ 203835 h 425767"/>
                <a:gd name="connsiteX11" fmla="*/ 44768 w 336232"/>
                <a:gd name="connsiteY11" fmla="*/ 203835 h 425767"/>
                <a:gd name="connsiteX12" fmla="*/ 0 w 336232"/>
                <a:gd name="connsiteY12" fmla="*/ 203835 h 425767"/>
                <a:gd name="connsiteX13" fmla="*/ 0 w 336232"/>
                <a:gd name="connsiteY13" fmla="*/ 425768 h 425767"/>
                <a:gd name="connsiteX14" fmla="*/ 44768 w 336232"/>
                <a:gd name="connsiteY14" fmla="*/ 425768 h 425767"/>
                <a:gd name="connsiteX15" fmla="*/ 44768 w 336232"/>
                <a:gd name="connsiteY15" fmla="*/ 243840 h 425767"/>
                <a:gd name="connsiteX16" fmla="*/ 196215 w 336232"/>
                <a:gd name="connsiteY16" fmla="*/ 243840 h 425767"/>
                <a:gd name="connsiteX17" fmla="*/ 300990 w 336232"/>
                <a:gd name="connsiteY17" fmla="*/ 209550 h 425767"/>
                <a:gd name="connsiteX18" fmla="*/ 336232 w 336232"/>
                <a:gd name="connsiteY18" fmla="*/ 121920 h 425767"/>
                <a:gd name="connsiteX19" fmla="*/ 300990 w 336232"/>
                <a:gd name="connsiteY19" fmla="*/ 3429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232" h="425767" fill="norm" stroke="1" extrusionOk="0">
                  <a:moveTo>
                    <a:pt x="300990" y="34290"/>
                  </a:moveTo>
                  <a:cubicBezTo>
                    <a:pt x="277178" y="11430"/>
                    <a:pt x="242888" y="0"/>
                    <a:pt x="196215" y="0"/>
                  </a:cubicBezTo>
                  <a:lnTo>
                    <a:pt x="0" y="0"/>
                  </a:lnTo>
                  <a:lnTo>
                    <a:pt x="0" y="39053"/>
                  </a:lnTo>
                  <a:cubicBezTo>
                    <a:pt x="31433" y="39053"/>
                    <a:pt x="77153" y="40005"/>
                    <a:pt x="77153" y="40005"/>
                  </a:cubicBezTo>
                  <a:lnTo>
                    <a:pt x="77153" y="40005"/>
                  </a:lnTo>
                  <a:lnTo>
                    <a:pt x="195263" y="40005"/>
                  </a:lnTo>
                  <a:cubicBezTo>
                    <a:pt x="225743" y="40005"/>
                    <a:pt x="249555" y="46673"/>
                    <a:pt x="266700" y="60960"/>
                  </a:cubicBezTo>
                  <a:cubicBezTo>
                    <a:pt x="283845" y="74295"/>
                    <a:pt x="292418" y="95250"/>
                    <a:pt x="292418" y="122873"/>
                  </a:cubicBezTo>
                  <a:cubicBezTo>
                    <a:pt x="292418" y="150495"/>
                    <a:pt x="283845" y="170498"/>
                    <a:pt x="266700" y="183833"/>
                  </a:cubicBezTo>
                  <a:cubicBezTo>
                    <a:pt x="249555" y="197168"/>
                    <a:pt x="225743" y="203835"/>
                    <a:pt x="195263" y="203835"/>
                  </a:cubicBezTo>
                  <a:lnTo>
                    <a:pt x="44768" y="203835"/>
                  </a:lnTo>
                  <a:lnTo>
                    <a:pt x="0" y="203835"/>
                  </a:lnTo>
                  <a:lnTo>
                    <a:pt x="0" y="425768"/>
                  </a:lnTo>
                  <a:lnTo>
                    <a:pt x="44768" y="425768"/>
                  </a:lnTo>
                  <a:lnTo>
                    <a:pt x="44768" y="243840"/>
                  </a:lnTo>
                  <a:lnTo>
                    <a:pt x="196215" y="243840"/>
                  </a:lnTo>
                  <a:cubicBezTo>
                    <a:pt x="242888" y="243840"/>
                    <a:pt x="277178" y="232410"/>
                    <a:pt x="300990" y="209550"/>
                  </a:cubicBezTo>
                  <a:cubicBezTo>
                    <a:pt x="324803" y="186690"/>
                    <a:pt x="336232" y="157163"/>
                    <a:pt x="336232" y="121920"/>
                  </a:cubicBezTo>
                  <a:cubicBezTo>
                    <a:pt x="336232" y="86678"/>
                    <a:pt x="324803" y="57150"/>
                    <a:pt x="300990" y="34290"/>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2" name="Рисунок 56"/>
            <p:cNvGrpSpPr/>
            <p:nvPr/>
          </p:nvGrpSpPr>
          <p:grpSpPr bwMode="auto">
            <a:xfrm>
              <a:off x="4471325" y="3925032"/>
              <a:ext cx="348614" cy="425767"/>
              <a:chOff x="4656772" y="3728084"/>
              <a:chExt cx="348614" cy="425767"/>
            </a:xfrm>
            <a:grpFill/>
          </p:grpSpPr>
          <p:sp>
            <p:nvSpPr>
              <p:cNvPr id="33" name="Полилиния: фигура 32"/>
              <p:cNvSpPr/>
              <p:nvPr/>
            </p:nvSpPr>
            <p:spPr bwMode="auto">
              <a:xfrm>
                <a:off x="4656772" y="3728084"/>
                <a:ext cx="348614" cy="39052"/>
              </a:xfrm>
              <a:custGeom>
                <a:avLst/>
                <a:gdLst>
                  <a:gd name="connsiteX0" fmla="*/ 348615 w 348614"/>
                  <a:gd name="connsiteY0" fmla="*/ 39053 h 39052"/>
                  <a:gd name="connsiteX1" fmla="*/ 348615 w 348614"/>
                  <a:gd name="connsiteY1" fmla="*/ 0 h 39052"/>
                  <a:gd name="connsiteX2" fmla="*/ 0 w 348614"/>
                  <a:gd name="connsiteY2" fmla="*/ 0 h 39052"/>
                  <a:gd name="connsiteX3" fmla="*/ 0 w 348614"/>
                  <a:gd name="connsiteY3" fmla="*/ 39053 h 39052"/>
                  <a:gd name="connsiteX4" fmla="*/ 348615 w 348614"/>
                  <a:gd name="connsiteY4" fmla="*/ 39053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14" h="39052" fill="norm" stroke="1" extrusionOk="0">
                    <a:moveTo>
                      <a:pt x="348615" y="39053"/>
                    </a:moveTo>
                    <a:lnTo>
                      <a:pt x="348615" y="0"/>
                    </a:lnTo>
                    <a:lnTo>
                      <a:pt x="0" y="0"/>
                    </a:lnTo>
                    <a:lnTo>
                      <a:pt x="0" y="39053"/>
                    </a:lnTo>
                    <a:cubicBezTo>
                      <a:pt x="45720" y="39053"/>
                      <a:pt x="299085" y="39053"/>
                      <a:pt x="348615"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5" name="Полилиния: фигура 34"/>
              <p:cNvSpPr/>
              <p:nvPr/>
            </p:nvSpPr>
            <p:spPr bwMode="auto">
              <a:xfrm>
                <a:off x="4808219" y="3815714"/>
                <a:ext cx="44767" cy="338137"/>
              </a:xfrm>
              <a:custGeom>
                <a:avLst/>
                <a:gdLst>
                  <a:gd name="connsiteX0" fmla="*/ 0 w 44767"/>
                  <a:gd name="connsiteY0" fmla="*/ 0 h 338137"/>
                  <a:gd name="connsiteX1" fmla="*/ 0 w 44767"/>
                  <a:gd name="connsiteY1" fmla="*/ 338138 h 338137"/>
                  <a:gd name="connsiteX2" fmla="*/ 44768 w 44767"/>
                  <a:gd name="connsiteY2" fmla="*/ 338138 h 338137"/>
                  <a:gd name="connsiteX3" fmla="*/ 44768 w 44767"/>
                  <a:gd name="connsiteY3" fmla="*/ 0 h 338137"/>
                </a:gdLst>
                <a:ahLst/>
                <a:cxnLst>
                  <a:cxn ang="0">
                    <a:pos x="connsiteX0" y="connsiteY0"/>
                  </a:cxn>
                  <a:cxn ang="0">
                    <a:pos x="connsiteX1" y="connsiteY1"/>
                  </a:cxn>
                  <a:cxn ang="0">
                    <a:pos x="connsiteX2" y="connsiteY2"/>
                  </a:cxn>
                  <a:cxn ang="0">
                    <a:pos x="connsiteX3" y="connsiteY3"/>
                  </a:cxn>
                </a:cxnLst>
                <a:rect l="l" t="t" r="r" b="b"/>
                <a:pathLst>
                  <a:path w="44767" h="338137" fill="norm" stroke="1" extrusionOk="0">
                    <a:moveTo>
                      <a:pt x="0" y="0"/>
                    </a:moveTo>
                    <a:lnTo>
                      <a:pt x="0" y="338138"/>
                    </a:lnTo>
                    <a:lnTo>
                      <a:pt x="44768" y="338138"/>
                    </a:lnTo>
                    <a:lnTo>
                      <a:pt x="4476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3" name="Рисунок 56"/>
            <p:cNvGrpSpPr/>
            <p:nvPr/>
          </p:nvGrpSpPr>
          <p:grpSpPr bwMode="auto">
            <a:xfrm>
              <a:off x="6878293" y="3916460"/>
              <a:ext cx="398144" cy="442912"/>
              <a:chOff x="7063740" y="3719512"/>
              <a:chExt cx="398144" cy="442912"/>
            </a:xfrm>
            <a:grpFill/>
          </p:grpSpPr>
          <p:sp>
            <p:nvSpPr>
              <p:cNvPr id="31" name="Полилиния: фигура 30"/>
              <p:cNvSpPr/>
              <p:nvPr/>
            </p:nvSpPr>
            <p:spPr bwMode="auto">
              <a:xfrm>
                <a:off x="7063740" y="3719512"/>
                <a:ext cx="386715" cy="151447"/>
              </a:xfrm>
              <a:custGeom>
                <a:avLst/>
                <a:gdLst>
                  <a:gd name="connsiteX0" fmla="*/ 180022 w 386715"/>
                  <a:gd name="connsiteY0" fmla="*/ 40005 h 151447"/>
                  <a:gd name="connsiteX1" fmla="*/ 298132 w 386715"/>
                  <a:gd name="connsiteY1" fmla="*/ 84772 h 151447"/>
                  <a:gd name="connsiteX2" fmla="*/ 340995 w 386715"/>
                  <a:gd name="connsiteY2" fmla="*/ 151447 h 151447"/>
                  <a:gd name="connsiteX3" fmla="*/ 386715 w 386715"/>
                  <a:gd name="connsiteY3" fmla="*/ 151447 h 151447"/>
                  <a:gd name="connsiteX4" fmla="*/ 334328 w 386715"/>
                  <a:gd name="connsiteY4" fmla="*/ 63817 h 151447"/>
                  <a:gd name="connsiteX5" fmla="*/ 179070 w 386715"/>
                  <a:gd name="connsiteY5" fmla="*/ 0 h 151447"/>
                  <a:gd name="connsiteX6" fmla="*/ 72390 w 386715"/>
                  <a:gd name="connsiteY6" fmla="*/ 29528 h 151447"/>
                  <a:gd name="connsiteX7" fmla="*/ 0 w 386715"/>
                  <a:gd name="connsiteY7" fmla="*/ 108585 h 151447"/>
                  <a:gd name="connsiteX8" fmla="*/ 48578 w 386715"/>
                  <a:gd name="connsiteY8" fmla="*/ 108585 h 151447"/>
                  <a:gd name="connsiteX9" fmla="*/ 180022 w 386715"/>
                  <a:gd name="connsiteY9" fmla="*/ 40005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15" h="151447" fill="norm" stroke="1" extrusionOk="0">
                    <a:moveTo>
                      <a:pt x="180022" y="40005"/>
                    </a:moveTo>
                    <a:cubicBezTo>
                      <a:pt x="226695" y="40005"/>
                      <a:pt x="266700" y="55245"/>
                      <a:pt x="298132" y="84772"/>
                    </a:cubicBezTo>
                    <a:cubicBezTo>
                      <a:pt x="318135" y="103822"/>
                      <a:pt x="331470" y="125730"/>
                      <a:pt x="340995" y="151447"/>
                    </a:cubicBezTo>
                    <a:cubicBezTo>
                      <a:pt x="357188" y="151447"/>
                      <a:pt x="372428" y="151447"/>
                      <a:pt x="386715" y="151447"/>
                    </a:cubicBezTo>
                    <a:cubicBezTo>
                      <a:pt x="376238" y="119063"/>
                      <a:pt x="360045" y="88583"/>
                      <a:pt x="334328" y="63817"/>
                    </a:cubicBezTo>
                    <a:cubicBezTo>
                      <a:pt x="292417" y="20955"/>
                      <a:pt x="240982" y="0"/>
                      <a:pt x="179070" y="0"/>
                    </a:cubicBezTo>
                    <a:cubicBezTo>
                      <a:pt x="138113" y="0"/>
                      <a:pt x="102870" y="9525"/>
                      <a:pt x="72390" y="29528"/>
                    </a:cubicBezTo>
                    <a:cubicBezTo>
                      <a:pt x="41910" y="48578"/>
                      <a:pt x="18097" y="75247"/>
                      <a:pt x="0" y="108585"/>
                    </a:cubicBezTo>
                    <a:lnTo>
                      <a:pt x="48578" y="108585"/>
                    </a:lnTo>
                    <a:cubicBezTo>
                      <a:pt x="80963" y="62865"/>
                      <a:pt x="124778" y="40005"/>
                      <a:pt x="180022" y="4000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2" name="Полилиния: фигура 31"/>
              <p:cNvSpPr/>
              <p:nvPr/>
            </p:nvSpPr>
            <p:spPr bwMode="auto">
              <a:xfrm>
                <a:off x="7064692" y="3920490"/>
                <a:ext cx="397192" cy="241934"/>
              </a:xfrm>
              <a:custGeom>
                <a:avLst/>
                <a:gdLst>
                  <a:gd name="connsiteX0" fmla="*/ 352425 w 397192"/>
                  <a:gd name="connsiteY0" fmla="*/ 952 h 241934"/>
                  <a:gd name="connsiteX1" fmla="*/ 107632 w 397192"/>
                  <a:gd name="connsiteY1" fmla="*/ 952 h 241934"/>
                  <a:gd name="connsiteX2" fmla="*/ 107632 w 397192"/>
                  <a:gd name="connsiteY2" fmla="*/ 41910 h 241934"/>
                  <a:gd name="connsiteX3" fmla="*/ 352425 w 397192"/>
                  <a:gd name="connsiteY3" fmla="*/ 41910 h 241934"/>
                  <a:gd name="connsiteX4" fmla="*/ 297180 w 397192"/>
                  <a:gd name="connsiteY4" fmla="*/ 157163 h 241934"/>
                  <a:gd name="connsiteX5" fmla="*/ 179070 w 397192"/>
                  <a:gd name="connsiteY5" fmla="*/ 201930 h 241934"/>
                  <a:gd name="connsiteX6" fmla="*/ 48577 w 397192"/>
                  <a:gd name="connsiteY6" fmla="*/ 133350 h 241934"/>
                  <a:gd name="connsiteX7" fmla="*/ 0 w 397192"/>
                  <a:gd name="connsiteY7" fmla="*/ 133350 h 241934"/>
                  <a:gd name="connsiteX8" fmla="*/ 72390 w 397192"/>
                  <a:gd name="connsiteY8" fmla="*/ 212407 h 241934"/>
                  <a:gd name="connsiteX9" fmla="*/ 179070 w 397192"/>
                  <a:gd name="connsiteY9" fmla="*/ 241935 h 241934"/>
                  <a:gd name="connsiteX10" fmla="*/ 334327 w 397192"/>
                  <a:gd name="connsiteY10" fmla="*/ 178117 h 241934"/>
                  <a:gd name="connsiteX11" fmla="*/ 397192 w 397192"/>
                  <a:gd name="connsiteY11" fmla="*/ 20002 h 241934"/>
                  <a:gd name="connsiteX12" fmla="*/ 395288 w 397192"/>
                  <a:gd name="connsiteY12" fmla="*/ 0 h 241934"/>
                  <a:gd name="connsiteX13" fmla="*/ 352425 w 397192"/>
                  <a:gd name="connsiteY13" fmla="*/ 952 h 24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192" h="241934" fill="norm" stroke="1" extrusionOk="0">
                    <a:moveTo>
                      <a:pt x="352425" y="952"/>
                    </a:moveTo>
                    <a:lnTo>
                      <a:pt x="107632" y="952"/>
                    </a:lnTo>
                    <a:lnTo>
                      <a:pt x="107632" y="41910"/>
                    </a:lnTo>
                    <a:lnTo>
                      <a:pt x="352425" y="41910"/>
                    </a:lnTo>
                    <a:cubicBezTo>
                      <a:pt x="348615" y="88582"/>
                      <a:pt x="329565" y="127635"/>
                      <a:pt x="297180" y="157163"/>
                    </a:cubicBezTo>
                    <a:cubicBezTo>
                      <a:pt x="264795" y="187642"/>
                      <a:pt x="225742" y="201930"/>
                      <a:pt x="179070" y="201930"/>
                    </a:cubicBezTo>
                    <a:cubicBezTo>
                      <a:pt x="122872" y="201930"/>
                      <a:pt x="79057" y="179070"/>
                      <a:pt x="48577" y="133350"/>
                    </a:cubicBezTo>
                    <a:lnTo>
                      <a:pt x="0" y="133350"/>
                    </a:lnTo>
                    <a:cubicBezTo>
                      <a:pt x="17145" y="166688"/>
                      <a:pt x="41910" y="193357"/>
                      <a:pt x="72390" y="212407"/>
                    </a:cubicBezTo>
                    <a:cubicBezTo>
                      <a:pt x="102870" y="231457"/>
                      <a:pt x="139065" y="241935"/>
                      <a:pt x="179070" y="241935"/>
                    </a:cubicBezTo>
                    <a:cubicBezTo>
                      <a:pt x="240982" y="241935"/>
                      <a:pt x="292417" y="220980"/>
                      <a:pt x="334327" y="178117"/>
                    </a:cubicBezTo>
                    <a:cubicBezTo>
                      <a:pt x="376238" y="135255"/>
                      <a:pt x="397192" y="82867"/>
                      <a:pt x="397192" y="20002"/>
                    </a:cubicBezTo>
                    <a:cubicBezTo>
                      <a:pt x="397192" y="12382"/>
                      <a:pt x="395288" y="6667"/>
                      <a:pt x="395288" y="0"/>
                    </a:cubicBezTo>
                    <a:cubicBezTo>
                      <a:pt x="395288" y="952"/>
                      <a:pt x="352425" y="0"/>
                      <a:pt x="352425" y="952"/>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sp>
          <p:nvSpPr>
            <p:cNvPr id="14" name="Полилиния: фигура 13"/>
            <p:cNvSpPr/>
            <p:nvPr/>
          </p:nvSpPr>
          <p:spPr bwMode="auto">
            <a:xfrm>
              <a:off x="5407632" y="3925032"/>
              <a:ext cx="491490" cy="425767"/>
            </a:xfrm>
            <a:custGeom>
              <a:avLst/>
              <a:gdLst>
                <a:gd name="connsiteX0" fmla="*/ 429578 w 491490"/>
                <a:gd name="connsiteY0" fmla="*/ 0 h 425767"/>
                <a:gd name="connsiteX1" fmla="*/ 240030 w 491490"/>
                <a:gd name="connsiteY1" fmla="*/ 381953 h 425767"/>
                <a:gd name="connsiteX2" fmla="*/ 45720 w 491490"/>
                <a:gd name="connsiteY2" fmla="*/ 0 h 425767"/>
                <a:gd name="connsiteX3" fmla="*/ 0 w 491490"/>
                <a:gd name="connsiteY3" fmla="*/ 0 h 425767"/>
                <a:gd name="connsiteX4" fmla="*/ 27623 w 491490"/>
                <a:gd name="connsiteY4" fmla="*/ 64770 h 425767"/>
                <a:gd name="connsiteX5" fmla="*/ 27623 w 491490"/>
                <a:gd name="connsiteY5" fmla="*/ 62865 h 425767"/>
                <a:gd name="connsiteX6" fmla="*/ 212408 w 491490"/>
                <a:gd name="connsiteY6" fmla="*/ 425768 h 425767"/>
                <a:gd name="connsiteX7" fmla="*/ 268605 w 491490"/>
                <a:gd name="connsiteY7" fmla="*/ 425768 h 425767"/>
                <a:gd name="connsiteX8" fmla="*/ 446723 w 491490"/>
                <a:gd name="connsiteY8" fmla="*/ 62865 h 425767"/>
                <a:gd name="connsiteX9" fmla="*/ 446723 w 491490"/>
                <a:gd name="connsiteY9" fmla="*/ 425768 h 425767"/>
                <a:gd name="connsiteX10" fmla="*/ 491490 w 491490"/>
                <a:gd name="connsiteY10" fmla="*/ 425768 h 425767"/>
                <a:gd name="connsiteX11" fmla="*/ 491490 w 491490"/>
                <a:gd name="connsiteY11"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90" h="425767" fill="norm" stroke="1" extrusionOk="0">
                  <a:moveTo>
                    <a:pt x="429578" y="0"/>
                  </a:moveTo>
                  <a:lnTo>
                    <a:pt x="240030" y="381953"/>
                  </a:lnTo>
                  <a:lnTo>
                    <a:pt x="45720" y="0"/>
                  </a:lnTo>
                  <a:lnTo>
                    <a:pt x="0" y="0"/>
                  </a:lnTo>
                  <a:lnTo>
                    <a:pt x="27623" y="64770"/>
                  </a:lnTo>
                  <a:lnTo>
                    <a:pt x="27623" y="62865"/>
                  </a:lnTo>
                  <a:lnTo>
                    <a:pt x="212408" y="425768"/>
                  </a:lnTo>
                  <a:lnTo>
                    <a:pt x="268605" y="425768"/>
                  </a:lnTo>
                  <a:lnTo>
                    <a:pt x="446723" y="62865"/>
                  </a:lnTo>
                  <a:lnTo>
                    <a:pt x="446723" y="425768"/>
                  </a:lnTo>
                  <a:lnTo>
                    <a:pt x="491490" y="425768"/>
                  </a:lnTo>
                  <a:lnTo>
                    <a:pt x="49149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nvGrpSpPr>
            <p:cNvPr id="16" name="Рисунок 56"/>
            <p:cNvGrpSpPr/>
            <p:nvPr/>
          </p:nvGrpSpPr>
          <p:grpSpPr bwMode="auto">
            <a:xfrm>
              <a:off x="6013423" y="3925032"/>
              <a:ext cx="364807" cy="425767"/>
              <a:chOff x="6198870" y="3728084"/>
              <a:chExt cx="364807" cy="425767"/>
            </a:xfrm>
            <a:grpFill/>
          </p:grpSpPr>
          <p:sp>
            <p:nvSpPr>
              <p:cNvPr id="29" name="Полилиния: фигура 28"/>
              <p:cNvSpPr/>
              <p:nvPr/>
            </p:nvSpPr>
            <p:spPr bwMode="auto">
              <a:xfrm>
                <a:off x="6198870" y="3728084"/>
                <a:ext cx="42862" cy="425767"/>
              </a:xfrm>
              <a:custGeom>
                <a:avLst/>
                <a:gdLst>
                  <a:gd name="connsiteX0" fmla="*/ 42863 w 42862"/>
                  <a:gd name="connsiteY0" fmla="*/ 0 h 425767"/>
                  <a:gd name="connsiteX1" fmla="*/ 0 w 42862"/>
                  <a:gd name="connsiteY1" fmla="*/ 0 h 425767"/>
                  <a:gd name="connsiteX2" fmla="*/ 0 w 42862"/>
                  <a:gd name="connsiteY2" fmla="*/ 425768 h 425767"/>
                  <a:gd name="connsiteX3" fmla="*/ 40005 w 42862"/>
                  <a:gd name="connsiteY3" fmla="*/ 425768 h 425767"/>
                </a:gdLst>
                <a:ahLst/>
                <a:cxnLst>
                  <a:cxn ang="0">
                    <a:pos x="connsiteX0" y="connsiteY0"/>
                  </a:cxn>
                  <a:cxn ang="0">
                    <a:pos x="connsiteX1" y="connsiteY1"/>
                  </a:cxn>
                  <a:cxn ang="0">
                    <a:pos x="connsiteX2" y="connsiteY2"/>
                  </a:cxn>
                  <a:cxn ang="0">
                    <a:pos x="connsiteX3" y="connsiteY3"/>
                  </a:cxn>
                </a:cxnLst>
                <a:rect l="l" t="t" r="r" b="b"/>
                <a:pathLst>
                  <a:path w="42862" h="425767" fill="norm" stroke="1" extrusionOk="0">
                    <a:moveTo>
                      <a:pt x="42863" y="0"/>
                    </a:moveTo>
                    <a:lnTo>
                      <a:pt x="0" y="0"/>
                    </a:lnTo>
                    <a:lnTo>
                      <a:pt x="0" y="425768"/>
                    </a:lnTo>
                    <a:lnTo>
                      <a:pt x="40005" y="425768"/>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30" name="Полилиния: фигура 29"/>
              <p:cNvSpPr/>
              <p:nvPr/>
            </p:nvSpPr>
            <p:spPr bwMode="auto">
              <a:xfrm>
                <a:off x="6312217" y="3728084"/>
                <a:ext cx="251460" cy="425767"/>
              </a:xfrm>
              <a:custGeom>
                <a:avLst/>
                <a:gdLst>
                  <a:gd name="connsiteX0" fmla="*/ 196215 w 251460"/>
                  <a:gd name="connsiteY0" fmla="*/ 0 h 425767"/>
                  <a:gd name="connsiteX1" fmla="*/ 0 w 251460"/>
                  <a:gd name="connsiteY1" fmla="*/ 273368 h 425767"/>
                  <a:gd name="connsiteX2" fmla="*/ 0 w 251460"/>
                  <a:gd name="connsiteY2" fmla="*/ 344805 h 425767"/>
                  <a:gd name="connsiteX3" fmla="*/ 206692 w 251460"/>
                  <a:gd name="connsiteY3" fmla="*/ 56198 h 425767"/>
                  <a:gd name="connsiteX4" fmla="*/ 206692 w 251460"/>
                  <a:gd name="connsiteY4" fmla="*/ 425768 h 425767"/>
                  <a:gd name="connsiteX5" fmla="*/ 251460 w 251460"/>
                  <a:gd name="connsiteY5" fmla="*/ 425768 h 425767"/>
                  <a:gd name="connsiteX6" fmla="*/ 251460 w 251460"/>
                  <a:gd name="connsiteY6"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60" h="425767" fill="norm" stroke="1" extrusionOk="0">
                    <a:moveTo>
                      <a:pt x="196215" y="0"/>
                    </a:moveTo>
                    <a:lnTo>
                      <a:pt x="0" y="273368"/>
                    </a:lnTo>
                    <a:lnTo>
                      <a:pt x="0" y="344805"/>
                    </a:lnTo>
                    <a:lnTo>
                      <a:pt x="206692" y="56198"/>
                    </a:lnTo>
                    <a:lnTo>
                      <a:pt x="206692" y="425768"/>
                    </a:lnTo>
                    <a:lnTo>
                      <a:pt x="251460" y="425768"/>
                    </a:lnTo>
                    <a:lnTo>
                      <a:pt x="25146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7" name="Рисунок 56"/>
            <p:cNvGrpSpPr/>
            <p:nvPr/>
          </p:nvGrpSpPr>
          <p:grpSpPr bwMode="auto">
            <a:xfrm>
              <a:off x="4852325" y="3924079"/>
              <a:ext cx="360997" cy="426720"/>
              <a:chOff x="5037772" y="3727132"/>
              <a:chExt cx="360997" cy="426720"/>
            </a:xfrm>
            <a:grpFill/>
          </p:grpSpPr>
          <p:sp>
            <p:nvSpPr>
              <p:cNvPr id="26" name="Полилиния: фигура 25"/>
              <p:cNvSpPr/>
              <p:nvPr/>
            </p:nvSpPr>
            <p:spPr bwMode="auto">
              <a:xfrm>
                <a:off x="5037772" y="3728084"/>
                <a:ext cx="156210" cy="261937"/>
              </a:xfrm>
              <a:custGeom>
                <a:avLst/>
                <a:gdLst>
                  <a:gd name="connsiteX0" fmla="*/ 156210 w 156210"/>
                  <a:gd name="connsiteY0" fmla="*/ 211455 h 261937"/>
                  <a:gd name="connsiteX1" fmla="*/ 47625 w 156210"/>
                  <a:gd name="connsiteY1" fmla="*/ 0 h 261937"/>
                  <a:gd name="connsiteX2" fmla="*/ 0 w 156210"/>
                  <a:gd name="connsiteY2" fmla="*/ 0 h 261937"/>
                  <a:gd name="connsiteX3" fmla="*/ 133350 w 156210"/>
                  <a:gd name="connsiteY3" fmla="*/ 261938 h 261937"/>
                  <a:gd name="connsiteX4" fmla="*/ 156210 w 156210"/>
                  <a:gd name="connsiteY4" fmla="*/ 211455 h 26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 h="261937" fill="norm" stroke="1" extrusionOk="0">
                    <a:moveTo>
                      <a:pt x="156210" y="211455"/>
                    </a:moveTo>
                    <a:lnTo>
                      <a:pt x="47625" y="0"/>
                    </a:lnTo>
                    <a:lnTo>
                      <a:pt x="0" y="0"/>
                    </a:lnTo>
                    <a:lnTo>
                      <a:pt x="133350" y="261938"/>
                    </a:lnTo>
                    <a:cubicBezTo>
                      <a:pt x="140970" y="244793"/>
                      <a:pt x="149542" y="227648"/>
                      <a:pt x="156210" y="211455"/>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7" name="Полилиния: фигура 26"/>
              <p:cNvSpPr/>
              <p:nvPr/>
            </p:nvSpPr>
            <p:spPr bwMode="auto">
              <a:xfrm>
                <a:off x="5093970" y="3727132"/>
                <a:ext cx="304800" cy="426720"/>
              </a:xfrm>
              <a:custGeom>
                <a:avLst/>
                <a:gdLst>
                  <a:gd name="connsiteX0" fmla="*/ 259080 w 304800"/>
                  <a:gd name="connsiteY0" fmla="*/ 952 h 426720"/>
                  <a:gd name="connsiteX1" fmla="*/ 97155 w 304800"/>
                  <a:gd name="connsiteY1" fmla="*/ 337185 h 426720"/>
                  <a:gd name="connsiteX2" fmla="*/ 67627 w 304800"/>
                  <a:gd name="connsiteY2" fmla="*/ 376238 h 426720"/>
                  <a:gd name="connsiteX3" fmla="*/ 25717 w 304800"/>
                  <a:gd name="connsiteY3" fmla="*/ 386715 h 426720"/>
                  <a:gd name="connsiteX4" fmla="*/ 0 w 304800"/>
                  <a:gd name="connsiteY4" fmla="*/ 386715 h 426720"/>
                  <a:gd name="connsiteX5" fmla="*/ 0 w 304800"/>
                  <a:gd name="connsiteY5" fmla="*/ 426720 h 426720"/>
                  <a:gd name="connsiteX6" fmla="*/ 36195 w 304800"/>
                  <a:gd name="connsiteY6" fmla="*/ 426720 h 426720"/>
                  <a:gd name="connsiteX7" fmla="*/ 83820 w 304800"/>
                  <a:gd name="connsiteY7" fmla="*/ 417195 h 426720"/>
                  <a:gd name="connsiteX8" fmla="*/ 114300 w 304800"/>
                  <a:gd name="connsiteY8" fmla="*/ 388620 h 426720"/>
                  <a:gd name="connsiteX9" fmla="*/ 145732 w 304800"/>
                  <a:gd name="connsiteY9" fmla="*/ 328613 h 426720"/>
                  <a:gd name="connsiteX10" fmla="*/ 304800 w 304800"/>
                  <a:gd name="connsiteY10" fmla="*/ 0 h 426720"/>
                  <a:gd name="connsiteX11" fmla="*/ 259080 w 304800"/>
                  <a:gd name="connsiteY11"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4800" h="426720" fill="norm" stroke="1" extrusionOk="0">
                    <a:moveTo>
                      <a:pt x="259080" y="952"/>
                    </a:moveTo>
                    <a:lnTo>
                      <a:pt x="97155" y="337185"/>
                    </a:lnTo>
                    <a:cubicBezTo>
                      <a:pt x="88582" y="356235"/>
                      <a:pt x="79057" y="369570"/>
                      <a:pt x="67627" y="376238"/>
                    </a:cubicBezTo>
                    <a:cubicBezTo>
                      <a:pt x="57150" y="383858"/>
                      <a:pt x="42863" y="386715"/>
                      <a:pt x="25717" y="386715"/>
                    </a:cubicBezTo>
                    <a:lnTo>
                      <a:pt x="0" y="386715"/>
                    </a:lnTo>
                    <a:lnTo>
                      <a:pt x="0" y="426720"/>
                    </a:lnTo>
                    <a:lnTo>
                      <a:pt x="36195" y="426720"/>
                    </a:lnTo>
                    <a:cubicBezTo>
                      <a:pt x="55245" y="426720"/>
                      <a:pt x="71438" y="423863"/>
                      <a:pt x="83820" y="417195"/>
                    </a:cubicBezTo>
                    <a:cubicBezTo>
                      <a:pt x="96202" y="410527"/>
                      <a:pt x="106680" y="401002"/>
                      <a:pt x="114300" y="388620"/>
                    </a:cubicBezTo>
                    <a:cubicBezTo>
                      <a:pt x="122872" y="376238"/>
                      <a:pt x="133350" y="356235"/>
                      <a:pt x="145732" y="328613"/>
                    </a:cubicBezTo>
                    <a:lnTo>
                      <a:pt x="304800" y="0"/>
                    </a:lnTo>
                    <a:lnTo>
                      <a:pt x="25908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19" name="Рисунок 56"/>
            <p:cNvGrpSpPr/>
            <p:nvPr/>
          </p:nvGrpSpPr>
          <p:grpSpPr bwMode="auto">
            <a:xfrm>
              <a:off x="7301203" y="3925032"/>
              <a:ext cx="428625" cy="425767"/>
              <a:chOff x="7486650" y="3728084"/>
              <a:chExt cx="428625" cy="425767"/>
            </a:xfrm>
            <a:grpFill/>
          </p:grpSpPr>
          <p:sp>
            <p:nvSpPr>
              <p:cNvPr id="24" name="Полилиния: фигура 23"/>
              <p:cNvSpPr/>
              <p:nvPr/>
            </p:nvSpPr>
            <p:spPr bwMode="auto">
              <a:xfrm>
                <a:off x="7633334" y="4011929"/>
                <a:ext cx="136207" cy="40003"/>
              </a:xfrm>
              <a:custGeom>
                <a:avLst/>
                <a:gdLst>
                  <a:gd name="connsiteX0" fmla="*/ 118110 w 136207"/>
                  <a:gd name="connsiteY0" fmla="*/ 0 h 40004"/>
                  <a:gd name="connsiteX1" fmla="*/ 15240 w 136207"/>
                  <a:gd name="connsiteY1" fmla="*/ 0 h 40004"/>
                  <a:gd name="connsiteX2" fmla="*/ 0 w 136207"/>
                  <a:gd name="connsiteY2" fmla="*/ 40005 h 40004"/>
                  <a:gd name="connsiteX3" fmla="*/ 136208 w 136207"/>
                  <a:gd name="connsiteY3" fmla="*/ 40005 h 40004"/>
                  <a:gd name="connsiteX4" fmla="*/ 118110 w 136207"/>
                  <a:gd name="connsiteY4" fmla="*/ 0 h 4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40004" fill="norm" stroke="1" extrusionOk="0">
                    <a:moveTo>
                      <a:pt x="118110" y="0"/>
                    </a:moveTo>
                    <a:lnTo>
                      <a:pt x="15240" y="0"/>
                    </a:lnTo>
                    <a:cubicBezTo>
                      <a:pt x="10478" y="13335"/>
                      <a:pt x="4763" y="26670"/>
                      <a:pt x="0" y="40005"/>
                    </a:cubicBezTo>
                    <a:lnTo>
                      <a:pt x="136208" y="40005"/>
                    </a:lnTo>
                    <a:lnTo>
                      <a:pt x="118110"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5" name="Полилиния: фигура 24"/>
              <p:cNvSpPr/>
              <p:nvPr/>
            </p:nvSpPr>
            <p:spPr bwMode="auto">
              <a:xfrm>
                <a:off x="7486650" y="3728084"/>
                <a:ext cx="428625" cy="425767"/>
              </a:xfrm>
              <a:custGeom>
                <a:avLst/>
                <a:gdLst>
                  <a:gd name="connsiteX0" fmla="*/ 242888 w 428625"/>
                  <a:gd name="connsiteY0" fmla="*/ 0 h 425767"/>
                  <a:gd name="connsiteX1" fmla="*/ 188595 w 428625"/>
                  <a:gd name="connsiteY1" fmla="*/ 0 h 425767"/>
                  <a:gd name="connsiteX2" fmla="*/ 0 w 428625"/>
                  <a:gd name="connsiteY2" fmla="*/ 425768 h 425767"/>
                  <a:gd name="connsiteX3" fmla="*/ 46672 w 428625"/>
                  <a:gd name="connsiteY3" fmla="*/ 425768 h 425767"/>
                  <a:gd name="connsiteX4" fmla="*/ 91440 w 428625"/>
                  <a:gd name="connsiteY4" fmla="*/ 323850 h 425767"/>
                  <a:gd name="connsiteX5" fmla="*/ 91440 w 428625"/>
                  <a:gd name="connsiteY5" fmla="*/ 323850 h 425767"/>
                  <a:gd name="connsiteX6" fmla="*/ 140018 w 428625"/>
                  <a:gd name="connsiteY6" fmla="*/ 213360 h 425767"/>
                  <a:gd name="connsiteX7" fmla="*/ 140018 w 428625"/>
                  <a:gd name="connsiteY7" fmla="*/ 213360 h 425767"/>
                  <a:gd name="connsiteX8" fmla="*/ 214313 w 428625"/>
                  <a:gd name="connsiteY8" fmla="*/ 45720 h 425767"/>
                  <a:gd name="connsiteX9" fmla="*/ 302895 w 428625"/>
                  <a:gd name="connsiteY9" fmla="*/ 245745 h 425767"/>
                  <a:gd name="connsiteX10" fmla="*/ 302895 w 428625"/>
                  <a:gd name="connsiteY10" fmla="*/ 245745 h 425767"/>
                  <a:gd name="connsiteX11" fmla="*/ 307657 w 428625"/>
                  <a:gd name="connsiteY11" fmla="*/ 257175 h 425767"/>
                  <a:gd name="connsiteX12" fmla="*/ 319088 w 428625"/>
                  <a:gd name="connsiteY12" fmla="*/ 282893 h 425767"/>
                  <a:gd name="connsiteX13" fmla="*/ 319088 w 428625"/>
                  <a:gd name="connsiteY13" fmla="*/ 282893 h 425767"/>
                  <a:gd name="connsiteX14" fmla="*/ 337185 w 428625"/>
                  <a:gd name="connsiteY14" fmla="*/ 322898 h 425767"/>
                  <a:gd name="connsiteX15" fmla="*/ 337185 w 428625"/>
                  <a:gd name="connsiteY15" fmla="*/ 322898 h 425767"/>
                  <a:gd name="connsiteX16" fmla="*/ 381953 w 428625"/>
                  <a:gd name="connsiteY16" fmla="*/ 424815 h 425767"/>
                  <a:gd name="connsiteX17" fmla="*/ 428625 w 428625"/>
                  <a:gd name="connsiteY17" fmla="*/ 424815 h 425767"/>
                  <a:gd name="connsiteX18" fmla="*/ 242888 w 428625"/>
                  <a:gd name="connsiteY18" fmla="*/ 0 h 4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625" h="425767" fill="norm" stroke="1" extrusionOk="0">
                    <a:moveTo>
                      <a:pt x="242888" y="0"/>
                    </a:moveTo>
                    <a:lnTo>
                      <a:pt x="188595" y="0"/>
                    </a:lnTo>
                    <a:lnTo>
                      <a:pt x="0" y="425768"/>
                    </a:lnTo>
                    <a:lnTo>
                      <a:pt x="46672" y="425768"/>
                    </a:lnTo>
                    <a:lnTo>
                      <a:pt x="91440" y="323850"/>
                    </a:lnTo>
                    <a:lnTo>
                      <a:pt x="91440" y="323850"/>
                    </a:lnTo>
                    <a:lnTo>
                      <a:pt x="140018" y="213360"/>
                    </a:lnTo>
                    <a:lnTo>
                      <a:pt x="140018" y="213360"/>
                    </a:lnTo>
                    <a:lnTo>
                      <a:pt x="214313" y="45720"/>
                    </a:lnTo>
                    <a:lnTo>
                      <a:pt x="302895" y="245745"/>
                    </a:lnTo>
                    <a:lnTo>
                      <a:pt x="302895" y="245745"/>
                    </a:lnTo>
                    <a:cubicBezTo>
                      <a:pt x="302895" y="245745"/>
                      <a:pt x="304800" y="250508"/>
                      <a:pt x="307657" y="257175"/>
                    </a:cubicBezTo>
                    <a:lnTo>
                      <a:pt x="319088" y="282893"/>
                    </a:lnTo>
                    <a:lnTo>
                      <a:pt x="319088" y="282893"/>
                    </a:lnTo>
                    <a:cubicBezTo>
                      <a:pt x="324803" y="295275"/>
                      <a:pt x="330518" y="309563"/>
                      <a:pt x="337185" y="322898"/>
                    </a:cubicBezTo>
                    <a:lnTo>
                      <a:pt x="337185" y="322898"/>
                    </a:lnTo>
                    <a:lnTo>
                      <a:pt x="381953" y="424815"/>
                    </a:lnTo>
                    <a:lnTo>
                      <a:pt x="428625" y="424815"/>
                    </a:lnTo>
                    <a:lnTo>
                      <a:pt x="242888"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nvGrpSpPr>
            <p:cNvPr id="20" name="Рисунок 56"/>
            <p:cNvGrpSpPr/>
            <p:nvPr/>
          </p:nvGrpSpPr>
          <p:grpSpPr bwMode="auto">
            <a:xfrm>
              <a:off x="4804700" y="2349598"/>
              <a:ext cx="2550795" cy="2550793"/>
              <a:chOff x="4990147" y="2152650"/>
              <a:chExt cx="2550795" cy="2550793"/>
            </a:xfrm>
            <a:grpFill/>
          </p:grpSpPr>
          <p:sp>
            <p:nvSpPr>
              <p:cNvPr id="22" name="Полилиния: фигура 21"/>
              <p:cNvSpPr/>
              <p:nvPr/>
            </p:nvSpPr>
            <p:spPr bwMode="auto">
              <a:xfrm>
                <a:off x="5540692" y="4247197"/>
                <a:ext cx="1701164" cy="456247"/>
              </a:xfrm>
              <a:custGeom>
                <a:avLst/>
                <a:gdLst>
                  <a:gd name="connsiteX0" fmla="*/ 1647825 w 1701164"/>
                  <a:gd name="connsiteY0" fmla="*/ 0 h 456247"/>
                  <a:gd name="connsiteX1" fmla="*/ 724853 w 1701164"/>
                  <a:gd name="connsiteY1" fmla="*/ 417195 h 456247"/>
                  <a:gd name="connsiteX2" fmla="*/ 1905 w 1701164"/>
                  <a:gd name="connsiteY2" fmla="*/ 181928 h 456247"/>
                  <a:gd name="connsiteX3" fmla="*/ 0 w 1701164"/>
                  <a:gd name="connsiteY3" fmla="*/ 229553 h 456247"/>
                  <a:gd name="connsiteX4" fmla="*/ 724853 w 1701164"/>
                  <a:gd name="connsiteY4" fmla="*/ 456247 h 456247"/>
                  <a:gd name="connsiteX5" fmla="*/ 1701165 w 1701164"/>
                  <a:gd name="connsiteY5" fmla="*/ 0 h 456247"/>
                  <a:gd name="connsiteX6" fmla="*/ 1647825 w 1701164"/>
                  <a:gd name="connsiteY6" fmla="*/ 0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1164" h="456247" fill="norm" stroke="1" extrusionOk="0">
                    <a:moveTo>
                      <a:pt x="1647825" y="0"/>
                    </a:moveTo>
                    <a:cubicBezTo>
                      <a:pt x="1421130" y="255270"/>
                      <a:pt x="1091565" y="417195"/>
                      <a:pt x="724853" y="417195"/>
                    </a:cubicBezTo>
                    <a:cubicBezTo>
                      <a:pt x="455295" y="417195"/>
                      <a:pt x="205740" y="329565"/>
                      <a:pt x="1905" y="181928"/>
                    </a:cubicBezTo>
                    <a:lnTo>
                      <a:pt x="0" y="229553"/>
                    </a:lnTo>
                    <a:cubicBezTo>
                      <a:pt x="205740" y="372428"/>
                      <a:pt x="455295" y="456247"/>
                      <a:pt x="724853" y="456247"/>
                    </a:cubicBezTo>
                    <a:cubicBezTo>
                      <a:pt x="1116330" y="456247"/>
                      <a:pt x="1466850" y="279083"/>
                      <a:pt x="1701165" y="0"/>
                    </a:cubicBezTo>
                    <a:lnTo>
                      <a:pt x="1647825" y="0"/>
                    </a:ln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sp>
            <p:nvSpPr>
              <p:cNvPr id="23" name="Полилиния: фигура 22"/>
              <p:cNvSpPr/>
              <p:nvPr/>
            </p:nvSpPr>
            <p:spPr bwMode="auto">
              <a:xfrm>
                <a:off x="4990147" y="2152650"/>
                <a:ext cx="2550795" cy="1547812"/>
              </a:xfrm>
              <a:custGeom>
                <a:avLst/>
                <a:gdLst>
                  <a:gd name="connsiteX0" fmla="*/ 1275398 w 2550795"/>
                  <a:gd name="connsiteY0" fmla="*/ 39053 h 1547812"/>
                  <a:gd name="connsiteX1" fmla="*/ 2511743 w 2550795"/>
                  <a:gd name="connsiteY1" fmla="*/ 1275398 h 1547812"/>
                  <a:gd name="connsiteX2" fmla="*/ 2480310 w 2550795"/>
                  <a:gd name="connsiteY2" fmla="*/ 1547813 h 1547812"/>
                  <a:gd name="connsiteX3" fmla="*/ 2521268 w 2550795"/>
                  <a:gd name="connsiteY3" fmla="*/ 1547813 h 1547812"/>
                  <a:gd name="connsiteX4" fmla="*/ 2550795 w 2550795"/>
                  <a:gd name="connsiteY4" fmla="*/ 1275398 h 1547812"/>
                  <a:gd name="connsiteX5" fmla="*/ 1275398 w 2550795"/>
                  <a:gd name="connsiteY5" fmla="*/ 0 h 1547812"/>
                  <a:gd name="connsiteX6" fmla="*/ 0 w 2550795"/>
                  <a:gd name="connsiteY6" fmla="*/ 1275398 h 1547812"/>
                  <a:gd name="connsiteX7" fmla="*/ 18098 w 2550795"/>
                  <a:gd name="connsiteY7" fmla="*/ 1483043 h 1547812"/>
                  <a:gd name="connsiteX8" fmla="*/ 58102 w 2550795"/>
                  <a:gd name="connsiteY8" fmla="*/ 1483043 h 1547812"/>
                  <a:gd name="connsiteX9" fmla="*/ 39052 w 2550795"/>
                  <a:gd name="connsiteY9" fmla="*/ 1275398 h 1547812"/>
                  <a:gd name="connsiteX10" fmla="*/ 1275398 w 2550795"/>
                  <a:gd name="connsiteY10" fmla="*/ 3905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795" h="1547812" fill="norm" stroke="1" extrusionOk="0">
                    <a:moveTo>
                      <a:pt x="1275398" y="39053"/>
                    </a:moveTo>
                    <a:cubicBezTo>
                      <a:pt x="1957387" y="39053"/>
                      <a:pt x="2511743" y="593408"/>
                      <a:pt x="2511743" y="1275398"/>
                    </a:cubicBezTo>
                    <a:cubicBezTo>
                      <a:pt x="2511743" y="1368743"/>
                      <a:pt x="2500313" y="1460183"/>
                      <a:pt x="2480310" y="1547813"/>
                    </a:cubicBezTo>
                    <a:lnTo>
                      <a:pt x="2521268" y="1547813"/>
                    </a:lnTo>
                    <a:cubicBezTo>
                      <a:pt x="2540318" y="1460183"/>
                      <a:pt x="2550795" y="1368743"/>
                      <a:pt x="2550795" y="1275398"/>
                    </a:cubicBezTo>
                    <a:cubicBezTo>
                      <a:pt x="2550795" y="572453"/>
                      <a:pt x="1978343" y="0"/>
                      <a:pt x="1275398" y="0"/>
                    </a:cubicBezTo>
                    <a:cubicBezTo>
                      <a:pt x="572453" y="0"/>
                      <a:pt x="0" y="572453"/>
                      <a:pt x="0" y="1275398"/>
                    </a:cubicBezTo>
                    <a:cubicBezTo>
                      <a:pt x="0" y="1345883"/>
                      <a:pt x="7620" y="1415415"/>
                      <a:pt x="18098" y="1483043"/>
                    </a:cubicBezTo>
                    <a:lnTo>
                      <a:pt x="58102" y="1483043"/>
                    </a:lnTo>
                    <a:cubicBezTo>
                      <a:pt x="46673" y="1415415"/>
                      <a:pt x="39052" y="1345883"/>
                      <a:pt x="39052" y="1275398"/>
                    </a:cubicBezTo>
                    <a:cubicBezTo>
                      <a:pt x="39052" y="593408"/>
                      <a:pt x="593407" y="39053"/>
                      <a:pt x="1275398" y="39053"/>
                    </a:cubicBezTo>
                    <a:close/>
                  </a:path>
                </a:pathLst>
              </a:custGeom>
              <a:grpFill/>
              <a:ln w="9525" cap="flat">
                <a:noFill/>
                <a:prstDash val="solid"/>
                <a:miter/>
              </a:ln>
            </p:spPr>
            <p:txBody>
              <a:bodyPr rtlCol="0" anchor="ctr"/>
              <a:lstStyle/>
              <a:p>
                <a:pPr marL="0" marR="0" lvl="0" indent="0" algn="l" defTabSz="914400">
                  <a:lnSpc>
                    <a:spcPct val="100000"/>
                  </a:lnSpc>
                  <a:spcBef>
                    <a:spcPts val="0"/>
                  </a:spcBef>
                  <a:spcAft>
                    <a:spcPts val="0"/>
                  </a:spcAft>
                  <a:buClrTx/>
                  <a:buSzTx/>
                  <a:buFontTx/>
                  <a:buNone/>
                  <a:defRPr/>
                </a:pPr>
                <a:endParaRPr lang="ru-RU" sz="1800" b="0" i="0" u="none" strike="noStrike" cap="none" spc="0">
                  <a:ln>
                    <a:noFill/>
                  </a:ln>
                  <a:solidFill>
                    <a:srgbClr val="000000"/>
                  </a:solidFill>
                  <a:latin typeface="DIN Pro Regular"/>
                  <a:ea typeface="Arial"/>
                  <a:cs typeface="Arial"/>
                </a:endParaRPr>
              </a:p>
            </p:txBody>
          </p:sp>
        </p:grpSp>
      </p:grpSp>
      <p:sp>
        <p:nvSpPr>
          <p:cNvPr id="10" name="TextBox 9"/>
          <p:cNvSpPr txBox="1"/>
          <p:nvPr/>
        </p:nvSpPr>
        <p:spPr bwMode="auto">
          <a:xfrm>
            <a:off x="274320" y="274320"/>
            <a:ext cx="10972800" cy="731520"/>
          </a:xfrm>
          <a:prstGeom prst="rect">
            <a:avLst/>
          </a:prstGeom>
          <a:noFill/>
        </p:spPr>
        <p:txBody>
          <a:bodyPr wrap="square" rtlCol="0">
            <a:spAutoFit/>
          </a:bodyPr>
          <a:lstStyle/>
          <a:p>
            <a:pPr algn="l">
              <a:defRPr/>
            </a:pPr>
            <a:r>
              <a:rPr sz="3600" b="1">
                <a:solidFill>
                  <a:srgbClr val="1F3A5F"/>
                </a:solidFill>
                <a:latin typeface="Times New Roman"/>
              </a:rPr>
              <a:t>Актуальность исследования</a:t>
            </a:r>
            <a:endParaRPr/>
          </a:p>
        </p:txBody>
      </p:sp>
      <p:sp>
        <p:nvSpPr>
          <p:cNvPr id="15" name="TextBox 14"/>
          <p:cNvSpPr txBox="1"/>
          <p:nvPr/>
        </p:nvSpPr>
        <p:spPr bwMode="auto">
          <a:xfrm>
            <a:off x="274320" y="1188720"/>
            <a:ext cx="11521440" cy="1371600"/>
          </a:xfrm>
          <a:prstGeom prst="rect">
            <a:avLst/>
          </a:prstGeom>
          <a:noFill/>
        </p:spPr>
        <p:txBody>
          <a:bodyPr wrap="square">
            <a:spAutoFit/>
          </a:bodyPr>
          <a:lstStyle/>
          <a:p>
            <a:pPr indent="450215" algn="l">
              <a:lnSpc>
                <a:spcPct val="150000"/>
              </a:lnSpc>
              <a:spcAft>
                <a:spcPts val="800"/>
              </a:spcAft>
              <a:defRPr/>
            </a:pPr>
            <a:r>
              <a:rPr sz="1600" b="0">
                <a:solidFill>
                  <a:srgbClr val="222222"/>
                </a:solidFill>
                <a:latin typeface="Times New Roman"/>
              </a:rPr>
              <a:t>На промышленных предприятиях на техническое обслуживание и ремонт оборудования уходит </a:t>
            </a:r>
            <a:r>
              <a:rPr sz="1600" b="1">
                <a:solidFill>
                  <a:srgbClr val="222222"/>
                </a:solidFill>
                <a:latin typeface="Times New Roman"/>
              </a:rPr>
              <a:t>от 15 до 40 процентов</a:t>
            </a:r>
            <a:r>
              <a:rPr sz="1600" b="0">
                <a:solidFill>
                  <a:srgbClr val="222222"/>
                </a:solidFill>
                <a:latin typeface="Times New Roman"/>
              </a:rPr>
              <a:t> операционного бюджета. Бумажный документооборот замедляет обработку заявок в несколько раз и приводит к потере </a:t>
            </a:r>
            <a:r>
              <a:rPr sz="1600" b="1">
                <a:solidFill>
                  <a:srgbClr val="222222"/>
                </a:solidFill>
                <a:latin typeface="Times New Roman"/>
              </a:rPr>
              <a:t>до 20 процентов обращений</a:t>
            </a:r>
            <a:r>
              <a:rPr sz="1600" b="0">
                <a:solidFill>
                  <a:srgbClr val="222222"/>
                </a:solidFill>
                <a:latin typeface="Times New Roman"/>
              </a:rPr>
              <a:t>. Готовые CMMS-системы либо стоят </a:t>
            </a:r>
            <a:r>
              <a:rPr sz="1600" b="1">
                <a:solidFill>
                  <a:srgbClr val="222222"/>
                </a:solidFill>
                <a:latin typeface="Times New Roman"/>
              </a:rPr>
              <a:t>миллионы рублей</a:t>
            </a:r>
            <a:r>
              <a:rPr sz="1600" b="0">
                <a:solidFill>
                  <a:srgbClr val="222222"/>
                </a:solidFill>
                <a:latin typeface="Times New Roman"/>
              </a:rPr>
              <a:t>, либо хранят данные </a:t>
            </a:r>
            <a:r>
              <a:rPr sz="1600" b="1">
                <a:solidFill>
                  <a:srgbClr val="222222"/>
                </a:solidFill>
                <a:latin typeface="Times New Roman"/>
              </a:rPr>
              <a:t>за рубежом</a:t>
            </a:r>
            <a:r>
              <a:rPr sz="1600" b="0">
                <a:solidFill>
                  <a:srgbClr val="222222"/>
                </a:solidFill>
                <a:latin typeface="Times New Roman"/>
              </a:rPr>
              <a:t>. Для заводов среднего масштаба (200–800 единиц оборудования) доступной отечественной альтернативы нет.</a:t>
            </a:r>
            <a:endParaRPr lang="ru-RU" sz="1600">
              <a:latin typeface="Times New Roman"/>
              <a:ea typeface="Calibri"/>
              <a:cs typeface="Times New Roman"/>
            </a:endParaRPr>
          </a:p>
        </p:txBody>
      </p:sp>
      <p:sp>
        <p:nvSpPr>
          <p:cNvPr id="28" name="Прямоугольник: скругленные углы 9"/>
          <p:cNvSpPr/>
          <p:nvPr/>
        </p:nvSpPr>
        <p:spPr bwMode="auto">
          <a:xfrm>
            <a:off x="96967" y="4772447"/>
            <a:ext cx="2760955" cy="1619475"/>
          </a:xfrm>
          <a:prstGeom prst="roundRect">
            <a:avLst>
              <a:gd name="adj" fmla="val 16667"/>
            </a:avLst>
          </a:prstGeom>
          <a:solidFill>
            <a:srgbClr val="F1D66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defRPr/>
            </a:pPr>
            <a:r>
              <a:rPr sz="1300" b="0">
                <a:solidFill>
                  <a:srgbClr val="222222"/>
                </a:solidFill>
                <a:latin typeface="Times New Roman"/>
              </a:rPr>
              <a:t>Сокращение времени обработки заявки </a:t>
            </a:r>
            <a:r>
              <a:rPr sz="1300" b="1">
                <a:solidFill>
                  <a:srgbClr val="222222"/>
                </a:solidFill>
                <a:latin typeface="Times New Roman"/>
              </a:rPr>
              <a:t>с часов до минут</a:t>
            </a:r>
            <a:endParaRPr/>
          </a:p>
        </p:txBody>
      </p:sp>
      <p:sp>
        <p:nvSpPr>
          <p:cNvPr id="34" name="Прямоугольник: скругленные углы 12"/>
          <p:cNvSpPr/>
          <p:nvPr/>
        </p:nvSpPr>
        <p:spPr bwMode="auto">
          <a:xfrm>
            <a:off x="3122844" y="4772447"/>
            <a:ext cx="2790997" cy="1619475"/>
          </a:xfrm>
          <a:prstGeom prst="roundRect">
            <a:avLst>
              <a:gd name="adj" fmla="val 16667"/>
            </a:avLst>
          </a:prstGeom>
          <a:solidFill>
            <a:srgbClr val="F1D66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defRPr/>
            </a:pPr>
            <a:r>
              <a:rPr sz="1300" b="1">
                <a:solidFill>
                  <a:srgbClr val="222222"/>
                </a:solidFill>
                <a:latin typeface="Times New Roman"/>
              </a:rPr>
              <a:t>Централизованный учёт</a:t>
            </a:r>
            <a:r>
              <a:rPr sz="1300" b="0">
                <a:solidFill>
                  <a:srgbClr val="222222"/>
                </a:solidFill>
                <a:latin typeface="Times New Roman"/>
              </a:rPr>
              <a:t> 200–800 единиц оборудования</a:t>
            </a:r>
            <a:endParaRPr/>
          </a:p>
        </p:txBody>
      </p:sp>
      <p:sp>
        <p:nvSpPr>
          <p:cNvPr id="36" name="Прямоугольник: скругленные углы 13"/>
          <p:cNvSpPr/>
          <p:nvPr/>
        </p:nvSpPr>
        <p:spPr bwMode="auto">
          <a:xfrm>
            <a:off x="6208057" y="4772447"/>
            <a:ext cx="2705123" cy="1619475"/>
          </a:xfrm>
          <a:prstGeom prst="roundRect">
            <a:avLst>
              <a:gd name="adj" fmla="val 16667"/>
            </a:avLst>
          </a:prstGeom>
          <a:solidFill>
            <a:srgbClr val="F1D66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defRPr/>
            </a:pPr>
            <a:r>
              <a:rPr sz="1300" b="1">
                <a:solidFill>
                  <a:srgbClr val="222222"/>
                </a:solidFill>
                <a:latin typeface="Times New Roman"/>
              </a:rPr>
              <a:t>Автоматическое планирование</a:t>
            </a:r>
            <a:r>
              <a:rPr sz="1300" b="0">
                <a:solidFill>
                  <a:srgbClr val="222222"/>
                </a:solidFill>
                <a:latin typeface="Times New Roman"/>
              </a:rPr>
              <a:t> регламентного ТО</a:t>
            </a:r>
            <a:endParaRPr/>
          </a:p>
        </p:txBody>
      </p:sp>
      <p:sp>
        <p:nvSpPr>
          <p:cNvPr id="37" name="Прямоугольник: скругленные углы 14"/>
          <p:cNvSpPr/>
          <p:nvPr/>
        </p:nvSpPr>
        <p:spPr bwMode="auto">
          <a:xfrm>
            <a:off x="9182367" y="4772447"/>
            <a:ext cx="2912666" cy="1619475"/>
          </a:xfrm>
          <a:prstGeom prst="roundRect">
            <a:avLst>
              <a:gd name="adj" fmla="val 16667"/>
            </a:avLst>
          </a:prstGeom>
          <a:solidFill>
            <a:srgbClr val="F1D66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defRPr/>
            </a:pPr>
            <a:r>
              <a:rPr sz="1300" b="1">
                <a:solidFill>
                  <a:srgbClr val="222222"/>
                </a:solidFill>
                <a:latin typeface="Times New Roman"/>
              </a:rPr>
              <a:t>Импортонезависимость</a:t>
            </a:r>
            <a:r>
              <a:rPr sz="1300" b="0">
                <a:solidFill>
                  <a:srgbClr val="222222"/>
                </a:solidFill>
                <a:latin typeface="Times New Roman"/>
              </a:rPr>
              <a:t> — данные на своих серверах</a:t>
            </a:r>
            <a:endParaRPr/>
          </a:p>
        </p:txBody>
      </p:sp>
      <p:sp>
        <p:nvSpPr>
          <p:cNvPr id="38" name="Знак ''плюс'' 15"/>
          <p:cNvSpPr/>
          <p:nvPr/>
        </p:nvSpPr>
        <p:spPr bwMode="auto">
          <a:xfrm>
            <a:off x="2545303" y="5185374"/>
            <a:ext cx="885896" cy="885896"/>
          </a:xfrm>
          <a:prstGeom prst="mathPlus">
            <a:avLst>
              <a:gd name="adj1" fmla="val 23520"/>
            </a:avLst>
          </a:prstGeom>
          <a:solidFill>
            <a:schemeClr val="bg1"/>
          </a:solidFill>
          <a:ln w="28575">
            <a:solidFill>
              <a:srgbClr val="B08C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atin typeface="Times New Roman"/>
              <a:cs typeface="Times New Roman"/>
            </a:endParaRPr>
          </a:p>
        </p:txBody>
      </p:sp>
      <p:sp>
        <p:nvSpPr>
          <p:cNvPr id="39" name="Знак ''плюс'' 16"/>
          <p:cNvSpPr/>
          <p:nvPr/>
        </p:nvSpPr>
        <p:spPr bwMode="auto">
          <a:xfrm>
            <a:off x="5605487" y="5139236"/>
            <a:ext cx="885896" cy="885896"/>
          </a:xfrm>
          <a:prstGeom prst="mathPlus">
            <a:avLst>
              <a:gd name="adj1" fmla="val 23520"/>
            </a:avLst>
          </a:prstGeom>
          <a:solidFill>
            <a:schemeClr val="bg1"/>
          </a:solidFill>
          <a:ln w="28575">
            <a:solidFill>
              <a:srgbClr val="B08C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atin typeface="Times New Roman"/>
              <a:cs typeface="Times New Roman"/>
            </a:endParaRPr>
          </a:p>
        </p:txBody>
      </p:sp>
      <p:sp>
        <p:nvSpPr>
          <p:cNvPr id="40" name="Знак ''плюс'' 17"/>
          <p:cNvSpPr/>
          <p:nvPr/>
        </p:nvSpPr>
        <p:spPr bwMode="auto">
          <a:xfrm>
            <a:off x="8604826" y="5121360"/>
            <a:ext cx="885896" cy="885896"/>
          </a:xfrm>
          <a:prstGeom prst="mathPlus">
            <a:avLst>
              <a:gd name="adj1" fmla="val 23520"/>
            </a:avLst>
          </a:prstGeom>
          <a:solidFill>
            <a:schemeClr val="bg1"/>
          </a:solidFill>
          <a:ln w="28575">
            <a:solidFill>
              <a:srgbClr val="B08C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6" name="Рисунок 5"/>
          <p:cNvPicPr>
            <a:picLocks noChangeAspect="1"/>
          </p:cNvPicPr>
          <p:nvPr/>
        </p:nvPicPr>
        <p:blipFill>
          <a:blip r:embed="rId2"/>
          <a:stretch/>
        </p:blipFill>
        <p:spPr bwMode="auto">
          <a:xfrm>
            <a:off x="11089612" y="0"/>
            <a:ext cx="1102388" cy="908725"/>
          </a:xfrm>
          <a:prstGeom prst="rect">
            <a:avLst/>
          </a:prstGeom>
        </p:spPr>
      </p:pic>
      <p:sp>
        <p:nvSpPr>
          <p:cNvPr id="43" name="TextBox 42"/>
          <p:cNvSpPr txBox="1"/>
          <p:nvPr/>
        </p:nvSpPr>
        <p:spPr bwMode="auto">
          <a:xfrm>
            <a:off x="274320" y="1188720"/>
            <a:ext cx="5486400" cy="822960"/>
          </a:xfrm>
          <a:prstGeom prst="rect">
            <a:avLst/>
          </a:prstGeom>
          <a:noFill/>
        </p:spPr>
        <p:txBody>
          <a:bodyPr wrap="square" rtlCol="0">
            <a:spAutoFit/>
          </a:bodyPr>
          <a:lstStyle/>
          <a:p>
            <a:pPr algn="l">
              <a:defRPr/>
            </a:pPr>
            <a:r>
              <a:rPr sz="1400" b="1">
                <a:solidFill>
                  <a:srgbClr val="222222"/>
                </a:solidFill>
                <a:latin typeface="Times New Roman"/>
              </a:rPr>
              <a:t>Объект исследования:</a:t>
            </a:r>
            <a:endParaRPr lang="en-US" sz="2000" b="1">
              <a:latin typeface="Times New Roman"/>
              <a:cs typeface="Times New Roman"/>
            </a:endParaRPr>
          </a:p>
          <a:p>
            <a:pPr algn="l"/>
            <a:r>
              <a:rPr sz="1400" b="0">
                <a:solidFill>
                  <a:srgbClr val="222222"/>
                </a:solidFill>
                <a:latin typeface="Times New Roman"/>
              </a:rPr>
              <a:t>процессы технического обслуживания и ремонта оборудования предприятия</a:t>
            </a:r>
          </a:p>
        </p:txBody>
      </p:sp>
      <p:sp>
        <p:nvSpPr>
          <p:cNvPr id="44" name="TextBox 43"/>
          <p:cNvSpPr txBox="1"/>
          <p:nvPr/>
        </p:nvSpPr>
        <p:spPr bwMode="auto">
          <a:xfrm>
            <a:off x="5943600" y="1188720"/>
            <a:ext cx="5852160" cy="822960"/>
          </a:xfrm>
          <a:prstGeom prst="rect">
            <a:avLst/>
          </a:prstGeom>
          <a:noFill/>
        </p:spPr>
        <p:txBody>
          <a:bodyPr wrap="square" rtlCol="0">
            <a:spAutoFit/>
          </a:bodyPr>
          <a:lstStyle/>
          <a:p>
            <a:pPr algn="l">
              <a:defRPr/>
            </a:pPr>
            <a:r>
              <a:rPr sz="1400" b="1">
                <a:solidFill>
                  <a:srgbClr val="222222"/>
                </a:solidFill>
                <a:latin typeface="Times New Roman"/>
              </a:rPr>
              <a:t>Предмет исследования:</a:t>
            </a:r>
            <a:endParaRPr lang="en-US" sz="2000" b="1">
              <a:latin typeface="Times New Roman"/>
              <a:cs typeface="Times New Roman"/>
            </a:endParaRPr>
          </a:p>
          <a:p>
            <a:pPr algn="l"/>
            <a:r>
              <a:rPr sz="1400" b="0">
                <a:solidFill>
                  <a:srgbClr val="222222"/>
                </a:solidFill>
                <a:latin typeface="Times New Roman"/>
              </a:rPr>
              <a:t>веб-приложение для управления процессами ТОиР</a:t>
            </a:r>
          </a:p>
        </p:txBody>
      </p:sp>
      <p:sp>
        <p:nvSpPr>
          <p:cNvPr id="45" name="TextBox 44"/>
          <p:cNvSpPr txBox="1"/>
          <p:nvPr/>
        </p:nvSpPr>
        <p:spPr bwMode="auto">
          <a:xfrm>
            <a:off x="274320" y="2103120"/>
            <a:ext cx="11521440" cy="1737360"/>
          </a:xfrm>
          <a:prstGeom prst="rect">
            <a:avLst/>
          </a:prstGeom>
          <a:noFill/>
        </p:spPr>
        <p:txBody>
          <a:bodyPr wrap="square" rtlCol="0">
            <a:spAutoFit/>
          </a:bodyPr>
          <a:lstStyle/>
          <a:p>
            <a:pPr algn="l">
              <a:defRPr/>
            </a:pPr>
            <a:r>
              <a:rPr sz="1400" b="1">
                <a:solidFill>
                  <a:srgbClr val="222222"/>
                </a:solidFill>
                <a:latin typeface="Times New Roman"/>
              </a:rPr>
              <a:t>Цель работы:</a:t>
            </a:r>
            <a:endParaRPr lang="en-US" sz="1800" b="1" i="0" u="none" strike="noStrike">
              <a:solidFill>
                <a:srgbClr val="000000"/>
              </a:solidFill>
              <a:latin typeface="Times New Roman"/>
            </a:endParaRPr>
          </a:p>
          <a:p>
            <a:pPr algn="l"/>
            <a:r>
              <a:rPr sz="1400" b="0">
                <a:solidFill>
                  <a:srgbClr val="222222"/>
                </a:solidFill>
                <a:latin typeface="Times New Roman"/>
              </a:rPr>
              <a:t>повышение эффективности процессов технического обслуживания и ремонта оборудования предприятия за счёт разработки и внедрения веб-приложения, обеспечивающего </a:t>
            </a:r>
            <a:r>
              <a:rPr sz="1400" b="1">
                <a:solidFill>
                  <a:srgbClr val="222222"/>
                </a:solidFill>
                <a:latin typeface="Times New Roman"/>
              </a:rPr>
              <a:t>централизованный учёт</a:t>
            </a:r>
            <a:r>
              <a:rPr sz="1400" b="0">
                <a:solidFill>
                  <a:srgbClr val="222222"/>
                </a:solidFill>
                <a:latin typeface="Times New Roman"/>
              </a:rPr>
              <a:t> оборудования и его технического состояния, </a:t>
            </a:r>
            <a:r>
              <a:rPr sz="1400" b="1">
                <a:solidFill>
                  <a:srgbClr val="222222"/>
                </a:solidFill>
                <a:latin typeface="Times New Roman"/>
              </a:rPr>
              <a:t>планирование и контроль</a:t>
            </a:r>
            <a:r>
              <a:rPr sz="1400" b="0">
                <a:solidFill>
                  <a:srgbClr val="222222"/>
                </a:solidFill>
                <a:latin typeface="Times New Roman"/>
              </a:rPr>
              <a:t> выполнения регламентных и внеплановых работ, </a:t>
            </a:r>
            <a:r>
              <a:rPr sz="1400" b="1">
                <a:solidFill>
                  <a:srgbClr val="222222"/>
                </a:solidFill>
                <a:latin typeface="Times New Roman"/>
              </a:rPr>
              <a:t>автоматизацию формирования заявок</a:t>
            </a:r>
            <a:r>
              <a:rPr sz="1400" b="0">
                <a:solidFill>
                  <a:srgbClr val="222222"/>
                </a:solidFill>
                <a:latin typeface="Times New Roman"/>
              </a:rPr>
              <a:t> на ремонт, а также повышение прозрачности и управляемости взаимодействия между техническими службами и эксплуатирующими подразделениями.</a:t>
            </a:r>
          </a:p>
        </p:txBody>
      </p:sp>
      <p:sp>
        <p:nvSpPr>
          <p:cNvPr id="51" name="Прямоугольник 50"/>
          <p:cNvSpPr/>
          <p:nvPr/>
        </p:nvSpPr>
        <p:spPr bwMode="auto">
          <a:xfrm>
            <a:off x="274320" y="3931920"/>
            <a:ext cx="11521440" cy="2743200"/>
          </a:xfrm>
          <a:prstGeom prst="rect">
            <a:avLst/>
          </a:prstGeom>
          <a:noFill/>
          <a:ln w="38100">
            <a:solidFill>
              <a:srgbClr val="F1D669"/>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defRPr/>
            </a:pPr>
            <a:r>
              <a:rPr sz="1200" b="1">
                <a:solidFill>
                  <a:srgbClr val="222222"/>
                </a:solidFill>
                <a:latin typeface="Times New Roman"/>
              </a:rPr>
              <a:t>Задачи работы:</a:t>
            </a:r>
            <a:endParaRPr/>
          </a:p>
          <a:p>
            <a:pPr algn="l"/>
            <a:r>
              <a:rPr sz="1200" b="0">
                <a:solidFill>
                  <a:srgbClr val="222222"/>
                </a:solidFill>
                <a:latin typeface="Times New Roman"/>
              </a:rPr>
              <a:t>1. Провести анализ предметной области ТОиР и выявить ключевые проблемы учёта, планирования и координации ремонтных работ.</a:t>
            </a:r>
          </a:p>
          <a:p>
            <a:pPr algn="l"/>
            <a:r>
              <a:rPr sz="1200" b="0">
                <a:solidFill>
                  <a:srgbClr val="222222"/>
                </a:solidFill>
                <a:latin typeface="Times New Roman"/>
              </a:rPr>
              <a:t>2. Исследовать существующие цифровые решения и подходы (CMMS/EAM), оценить их достоинства и ограничения.</a:t>
            </a:r>
          </a:p>
          <a:p>
            <a:pPr algn="l"/>
            <a:r>
              <a:rPr sz="1200" b="0">
                <a:solidFill>
                  <a:srgbClr val="222222"/>
                </a:solidFill>
                <a:latin typeface="Times New Roman"/>
              </a:rPr>
              <a:t>3. Сформировать функциональные и нефункциональные требования.</a:t>
            </a:r>
          </a:p>
          <a:p>
            <a:pPr algn="l"/>
            <a:r>
              <a:rPr sz="1200" b="0">
                <a:solidFill>
                  <a:srgbClr val="222222"/>
                </a:solidFill>
                <a:latin typeface="Times New Roman"/>
              </a:rPr>
              <a:t>4. Разработать архитектуру программного решения и структуру основных компонентов.</a:t>
            </a:r>
          </a:p>
          <a:p>
            <a:pPr algn="l"/>
            <a:r>
              <a:rPr sz="1200" b="0">
                <a:solidFill>
                  <a:srgbClr val="222222"/>
                </a:solidFill>
                <a:latin typeface="Times New Roman"/>
              </a:rPr>
              <a:t>5. Спроектировать базу данных для учёта оборудования, регламентных работ, заявок и истории обслуживания.</a:t>
            </a:r>
          </a:p>
          <a:p>
            <a:pPr algn="l"/>
            <a:r>
              <a:rPr sz="1200" b="0">
                <a:solidFill>
                  <a:srgbClr val="222222"/>
                </a:solidFill>
                <a:latin typeface="Times New Roman"/>
              </a:rPr>
              <a:t>6. Реализовать веб-приложение для учёта, планирования, обработки заявок и формирования отчётности.</a:t>
            </a:r>
          </a:p>
          <a:p>
            <a:pPr algn="l"/>
            <a:r>
              <a:rPr sz="1200" b="0">
                <a:solidFill>
                  <a:srgbClr val="222222"/>
                </a:solidFill>
                <a:latin typeface="Times New Roman"/>
              </a:rPr>
              <a:t>7. Провести тестирование разработанного решения и оценить его практическую применимость.</a:t>
            </a:r>
          </a:p>
        </p:txBody>
      </p:sp>
      <p:sp>
        <p:nvSpPr>
          <p:cNvPr id="59" name="TextBox 58"/>
          <p:cNvSpPr txBox="1"/>
          <p:nvPr/>
        </p:nvSpPr>
        <p:spPr bwMode="auto">
          <a:xfrm>
            <a:off x="274320" y="274320"/>
            <a:ext cx="10972800" cy="731520"/>
          </a:xfrm>
          <a:prstGeom prst="rect">
            <a:avLst/>
          </a:prstGeom>
          <a:noFill/>
        </p:spPr>
        <p:txBody>
          <a:bodyPr wrap="square" rtlCol="0">
            <a:spAutoFit/>
          </a:bodyPr>
          <a:lstStyle/>
          <a:p>
            <a:pPr algn="l">
              <a:defRPr/>
            </a:pPr>
            <a:r>
              <a:rPr sz="3600" b="1">
                <a:solidFill>
                  <a:srgbClr val="1F3A5F"/>
                </a:solidFill>
                <a:latin typeface="Times New Roman"/>
              </a:rPr>
              <a:t>Объект, предмет, цель и задачи</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Пустая ниша для среднего бизнеса</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1С:ТОИР</a:t>
            </a:r>
            <a:r>
              <a:rPr sz="1600" b="0">
                <a:solidFill>
                  <a:srgbClr val="222222"/>
                </a:solidFill>
                <a:latin typeface="Times New Roman"/>
              </a:rPr>
              <a:t> — от 300 тыс. ₽, требует штатного 1С-программиста и сервера приложений.</a:t>
            </a:r>
            <a:endParaRPr lang="ru-RU" sz="2000">
              <a:latin typeface="Times New Roman"/>
              <a:cs typeface="Times New Roman"/>
            </a:endParaRPr>
          </a:p>
          <a:p>
            <a:pPr algn="l"/>
            <a:r>
              <a:rPr sz="1600" b="1">
                <a:solidFill>
                  <a:srgbClr val="222222"/>
                </a:solidFill>
                <a:latin typeface="Times New Roman"/>
              </a:rPr>
              <a:t>SAP PM</a:t>
            </a:r>
            <a:r>
              <a:rPr sz="1600" b="0">
                <a:solidFill>
                  <a:srgbClr val="222222"/>
                </a:solidFill>
                <a:latin typeface="Times New Roman"/>
              </a:rPr>
              <a:t> — 10–15 млн ₽ только за лицензию, внедрение от полугода.</a:t>
            </a:r>
          </a:p>
          <a:p>
            <a:pPr algn="l"/>
            <a:r>
              <a:rPr sz="1600" b="1">
                <a:solidFill>
                  <a:srgbClr val="222222"/>
                </a:solidFill>
                <a:latin typeface="Times New Roman"/>
              </a:rPr>
              <a:t>IBM Maximo</a:t>
            </a:r>
            <a:r>
              <a:rPr sz="1600" b="0">
                <a:solidFill>
                  <a:srgbClr val="222222"/>
                </a:solidFill>
                <a:latin typeface="Times New Roman"/>
              </a:rPr>
              <a:t> — 30 тыс. $/год, интеграции под крупные холдинги.</a:t>
            </a:r>
          </a:p>
          <a:p>
            <a:pPr algn="l"/>
            <a:r>
              <a:rPr sz="1600" b="1">
                <a:solidFill>
                  <a:srgbClr val="222222"/>
                </a:solidFill>
                <a:latin typeface="Times New Roman"/>
              </a:rPr>
              <a:t>UpKeep (SaaS)</a:t>
            </a:r>
            <a:r>
              <a:rPr sz="1600" b="0">
                <a:solidFill>
                  <a:srgbClr val="222222"/>
                </a:solidFill>
                <a:latin typeface="Times New Roman"/>
              </a:rPr>
              <a:t> — 45 $/мес за пользователя, данные хранятся за рубежом.</a:t>
            </a:r>
          </a:p>
          <a:p>
            <a:pPr algn="l"/>
            <a:r>
              <a:rPr sz="1600" b="0">
                <a:solidFill>
                  <a:srgbClr val="222222"/>
                </a:solidFill>
                <a:latin typeface="Times New Roman"/>
              </a:rPr>
              <a:t>Для завода на </a:t>
            </a:r>
            <a:r>
              <a:rPr sz="1600" b="1">
                <a:solidFill>
                  <a:srgbClr val="222222"/>
                </a:solidFill>
                <a:latin typeface="Times New Roman"/>
              </a:rPr>
              <a:t>200–800 станков</a:t>
            </a:r>
            <a:r>
              <a:rPr sz="1600" b="0">
                <a:solidFill>
                  <a:srgbClr val="222222"/>
                </a:solidFill>
                <a:latin typeface="Times New Roman"/>
              </a:rPr>
              <a:t> и </a:t>
            </a:r>
            <a:r>
              <a:rPr sz="1600" b="1">
                <a:solidFill>
                  <a:srgbClr val="222222"/>
                </a:solidFill>
                <a:latin typeface="Times New Roman"/>
              </a:rPr>
              <a:t>5–15 ремонтников</a:t>
            </a:r>
            <a:r>
              <a:rPr sz="1600" b="0">
                <a:solidFill>
                  <a:srgbClr val="222222"/>
                </a:solidFill>
                <a:latin typeface="Times New Roman"/>
              </a:rPr>
              <a:t> доступного отечественного on-premise-решения на рынке нет.</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Вывод: собственная разработка закрывает нишу, где крупные CMMS избыточны, а облачные сервисы неприменимы.</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Обзор CMMS-систем</a:t>
            </a:r>
            <a:endParaRPr/>
          </a:p>
        </p:txBody>
      </p:sp>
      <p:pic>
        <p:nvPicPr>
          <p:cNvPr id="28" name="Picture 27" descr="pres_cmms_positioning.png"/>
          <p:cNvPicPr>
            <a:picLocks noChangeAspect="1"/>
          </p:cNvPicPr>
          <p:nvPr/>
        </p:nvPicPr>
        <p:blipFill>
          <a:blip r:embed="rId7"/>
          <a:stretch>
            <a:fillRect/>
          </a:stretch>
        </p:blipFill>
        <p:spPr>
          <a:xfrm>
            <a:off x="274320" y="1951788"/>
            <a:ext cx="7178040" cy="455462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Пять слоёв: от SPA до контейнеризации</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Go + Echo</a:t>
            </a:r>
            <a:r>
              <a:rPr sz="1600" b="0">
                <a:solidFill>
                  <a:srgbClr val="222222"/>
                </a:solidFill>
                <a:latin typeface="Times New Roman"/>
              </a:rPr>
              <a:t> — один бинарник 18 МБ, горутины держат 500+ соединений при медиане 47 мс.</a:t>
            </a:r>
            <a:endParaRPr lang="ru-RU" sz="2000">
              <a:latin typeface="Times New Roman"/>
              <a:cs typeface="Times New Roman"/>
            </a:endParaRPr>
          </a:p>
          <a:p>
            <a:pPr algn="l"/>
            <a:r>
              <a:rPr sz="1600" b="1">
                <a:solidFill>
                  <a:srgbClr val="222222"/>
                </a:solidFill>
                <a:latin typeface="Times New Roman"/>
              </a:rPr>
              <a:t>Vue 3 + Pinia</a:t>
            </a:r>
            <a:r>
              <a:rPr sz="1600" b="0">
                <a:solidFill>
                  <a:srgbClr val="222222"/>
                </a:solidFill>
                <a:latin typeface="Times New Roman"/>
              </a:rPr>
              <a:t> (Composition API) — ядро 33 КБ, итоговый бандл 142 КБ gzip.</a:t>
            </a:r>
          </a:p>
          <a:p>
            <a:pPr algn="l"/>
            <a:r>
              <a:rPr sz="1600" b="1">
                <a:solidFill>
                  <a:srgbClr val="222222"/>
                </a:solidFill>
                <a:latin typeface="Times New Roman"/>
              </a:rPr>
              <a:t>PostgreSQL 16</a:t>
            </a:r>
            <a:r>
              <a:rPr sz="1600" b="0">
                <a:solidFill>
                  <a:srgbClr val="222222"/>
                </a:solidFill>
                <a:latin typeface="Times New Roman"/>
              </a:rPr>
              <a:t> — ACID-транзакции, JSONB для расширяемых полей оборудования.</a:t>
            </a:r>
          </a:p>
          <a:p>
            <a:pPr algn="l"/>
            <a:r>
              <a:rPr sz="1600" b="1">
                <a:solidFill>
                  <a:srgbClr val="222222"/>
                </a:solidFill>
                <a:latin typeface="Times New Roman"/>
              </a:rPr>
              <a:t>Nginx</a:t>
            </a:r>
            <a:r>
              <a:rPr sz="1600" b="0">
                <a:solidFill>
                  <a:srgbClr val="222222"/>
                </a:solidFill>
                <a:latin typeface="Times New Roman"/>
              </a:rPr>
              <a:t> — reverse proxy: раздача SPA и проксирование /api на бэкенд.</a:t>
            </a:r>
          </a:p>
          <a:p>
            <a:pPr algn="l"/>
            <a:r>
              <a:rPr sz="1600" b="1">
                <a:solidFill>
                  <a:srgbClr val="222222"/>
                </a:solidFill>
                <a:latin typeface="Times New Roman"/>
              </a:rPr>
              <a:t>Docker Compose</a:t>
            </a:r>
            <a:r>
              <a:rPr sz="1600" b="0">
                <a:solidFill>
                  <a:srgbClr val="222222"/>
                </a:solidFill>
                <a:latin typeface="Times New Roman"/>
              </a:rPr>
              <a:t> — multi-stage сборка, развёртывание одной командой.</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Отвергнуты: Python (GIL тормозит конкурентность), Node.js (single-thread под нагрузкой), React (на 40 % тяжелее Vue).</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Технологический стек</a:t>
            </a:r>
            <a:endParaRPr/>
          </a:p>
        </p:txBody>
      </p:sp>
      <p:pic>
        <p:nvPicPr>
          <p:cNvPr id="28" name="Picture 27" descr="tech_stack.png"/>
          <p:cNvPicPr>
            <a:picLocks noChangeAspect="1"/>
          </p:cNvPicPr>
          <p:nvPr/>
        </p:nvPicPr>
        <p:blipFill>
          <a:blip r:embed="rId6"/>
          <a:stretch>
            <a:fillRect/>
          </a:stretch>
        </p:blipFill>
        <p:spPr>
          <a:xfrm>
            <a:off x="274320" y="2052202"/>
            <a:ext cx="7178040" cy="435379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4 роли, 8 ключевых сценариев, RBAC на 16 ключах</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Оператор</a:t>
            </a:r>
            <a:r>
              <a:rPr sz="1600" b="0">
                <a:solidFill>
                  <a:srgbClr val="222222"/>
                </a:solidFill>
                <a:latin typeface="Times New Roman"/>
              </a:rPr>
              <a:t> — создаёт заявки на ремонт, отслеживает их статус.</a:t>
            </a:r>
            <a:endParaRPr lang="ru-RU" sz="2000">
              <a:latin typeface="Times New Roman"/>
              <a:cs typeface="Times New Roman"/>
            </a:endParaRPr>
          </a:p>
          <a:p>
            <a:pPr algn="l"/>
            <a:r>
              <a:rPr sz="1600" b="1">
                <a:solidFill>
                  <a:srgbClr val="222222"/>
                </a:solidFill>
                <a:latin typeface="Times New Roman"/>
              </a:rPr>
              <a:t>Техник</a:t>
            </a:r>
            <a:r>
              <a:rPr sz="1600" b="0">
                <a:solidFill>
                  <a:srgbClr val="222222"/>
                </a:solidFill>
                <a:latin typeface="Times New Roman"/>
              </a:rPr>
              <a:t> — принимает заявки в работу, фиксирует результаты.</a:t>
            </a:r>
          </a:p>
          <a:p>
            <a:pPr algn="l"/>
            <a:r>
              <a:rPr sz="1600" b="1">
                <a:solidFill>
                  <a:srgbClr val="222222"/>
                </a:solidFill>
                <a:latin typeface="Times New Roman"/>
              </a:rPr>
              <a:t>Инженер</a:t>
            </a:r>
            <a:r>
              <a:rPr sz="1600" b="0">
                <a:solidFill>
                  <a:srgbClr val="222222"/>
                </a:solidFill>
                <a:latin typeface="Times New Roman"/>
              </a:rPr>
              <a:t> — планирует регламентное ТО, смотрит отчётность и дашборд.</a:t>
            </a:r>
          </a:p>
          <a:p>
            <a:pPr algn="l"/>
            <a:r>
              <a:rPr sz="1600" b="1">
                <a:solidFill>
                  <a:srgbClr val="222222"/>
                </a:solidFill>
                <a:latin typeface="Times New Roman"/>
              </a:rPr>
              <a:t>Администратор</a:t>
            </a:r>
            <a:r>
              <a:rPr sz="1600" b="0">
                <a:solidFill>
                  <a:srgbClr val="222222"/>
                </a:solidFill>
                <a:latin typeface="Times New Roman"/>
              </a:rPr>
              <a:t> — управляет пользователями, ролями, справочниками.</a:t>
            </a:r>
          </a:p>
          <a:p>
            <a:pPr algn="l"/>
            <a:r>
              <a:rPr sz="1600" b="0">
                <a:solidFill>
                  <a:srgbClr val="222222"/>
                </a:solidFill>
                <a:latin typeface="Times New Roman"/>
              </a:rPr>
              <a:t>Всего: </a:t>
            </a:r>
            <a:r>
              <a:rPr sz="1600" b="1">
                <a:solidFill>
                  <a:srgbClr val="222222"/>
                </a:solidFill>
                <a:latin typeface="Times New Roman"/>
              </a:rPr>
              <a:t>15 функциональных</a:t>
            </a:r>
            <a:r>
              <a:rPr sz="1600" b="0">
                <a:solidFill>
                  <a:srgbClr val="222222"/>
                </a:solidFill>
                <a:latin typeface="Times New Roman"/>
              </a:rPr>
              <a:t> и </a:t>
            </a:r>
            <a:r>
              <a:rPr sz="1600" b="1">
                <a:solidFill>
                  <a:srgbClr val="222222"/>
                </a:solidFill>
                <a:latin typeface="Times New Roman"/>
              </a:rPr>
              <a:t>12 нефункциональных</a:t>
            </a:r>
            <a:r>
              <a:rPr sz="1600" b="0">
                <a:solidFill>
                  <a:srgbClr val="222222"/>
                </a:solidFill>
                <a:latin typeface="Times New Roman"/>
              </a:rPr>
              <a:t> требований.</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Авторизация — JWT с refresh-ротацией. Доступ — модель RBAC на 16 ключах, подсистема привязана к ролям.</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Роли пользователей и требования</a:t>
            </a:r>
            <a:endParaRPr/>
          </a:p>
        </p:txBody>
      </p:sp>
      <p:pic>
        <p:nvPicPr>
          <p:cNvPr id="28" name="Picture 27" descr="pres_usecase.png"/>
          <p:cNvPicPr>
            <a:picLocks noChangeAspect="1"/>
          </p:cNvPicPr>
          <p:nvPr/>
        </p:nvPicPr>
        <p:blipFill>
          <a:blip r:embed="rId8"/>
          <a:stretch>
            <a:fillRect/>
          </a:stretch>
        </p:blipFill>
        <p:spPr>
          <a:xfrm>
            <a:off x="274320" y="2007610"/>
            <a:ext cx="7178040" cy="444297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User Story Map: 5 этапов × 3 уровня приоритета</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Backbone</a:t>
            </a:r>
            <a:r>
              <a:rPr sz="1600" b="0">
                <a:solidFill>
                  <a:srgbClr val="222222"/>
                </a:solidFill>
                <a:latin typeface="Times New Roman"/>
              </a:rPr>
              <a:t> (этапы пути): аутентификация → оборудование → заявки → планирование ТО → аналитика.</a:t>
            </a:r>
            <a:endParaRPr lang="ru-RU" sz="2000">
              <a:latin typeface="Times New Roman"/>
              <a:cs typeface="Times New Roman"/>
            </a:endParaRPr>
          </a:p>
          <a:p>
            <a:pPr algn="l"/>
            <a:r>
              <a:rPr sz="1600" b="1">
                <a:solidFill>
                  <a:srgbClr val="222222"/>
                </a:solidFill>
                <a:latin typeface="Times New Roman"/>
              </a:rPr>
              <a:t>MVP</a:t>
            </a:r>
            <a:r>
              <a:rPr sz="1600" b="0">
                <a:solidFill>
                  <a:srgbClr val="222222"/>
                </a:solidFill>
                <a:latin typeface="Times New Roman"/>
              </a:rPr>
              <a:t> — минимальный функционал каждого этапа (5 историй).</a:t>
            </a:r>
          </a:p>
          <a:p>
            <a:pPr algn="l"/>
            <a:r>
              <a:rPr sz="1600" b="1">
                <a:solidFill>
                  <a:srgbClr val="222222"/>
                </a:solidFill>
                <a:latin typeface="Times New Roman"/>
              </a:rPr>
              <a:t>Расширение</a:t>
            </a:r>
            <a:r>
              <a:rPr sz="1600" b="0">
                <a:solidFill>
                  <a:srgbClr val="222222"/>
                </a:solidFill>
                <a:latin typeface="Times New Roman"/>
              </a:rPr>
              <a:t> — второй приоритет (назначение, автонаряды, отчёты).</a:t>
            </a:r>
          </a:p>
          <a:p>
            <a:pPr algn="l"/>
            <a:r>
              <a:rPr sz="1600" b="1">
                <a:solidFill>
                  <a:srgbClr val="222222"/>
                </a:solidFill>
                <a:latin typeface="Times New Roman"/>
              </a:rPr>
              <a:t>Развитие</a:t>
            </a:r>
            <a:r>
              <a:rPr sz="1600" b="0">
                <a:solidFill>
                  <a:srgbClr val="222222"/>
                </a:solidFill>
                <a:latin typeface="Times New Roman"/>
              </a:rPr>
              <a:t> — уведомления, напоминания, экспорт, аудит.</a:t>
            </a:r>
          </a:p>
          <a:p>
            <a:pPr algn="l"/>
            <a:r>
              <a:rPr sz="1600" b="0">
                <a:solidFill>
                  <a:srgbClr val="222222"/>
                </a:solidFill>
                <a:latin typeface="Times New Roman"/>
              </a:rPr>
              <a:t>Карта связывает требования, этапы разработки и сценарии тестирования.</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Каждая история прописана в формате «Как %роль%, я хочу %действие%, чтобы %результат%» и покрыта тестами.</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Пользовательские истории</a:t>
            </a:r>
            <a:endParaRPr/>
          </a:p>
        </p:txBody>
      </p:sp>
      <p:pic>
        <p:nvPicPr>
          <p:cNvPr id="28" name="Picture 27" descr="pres_user_stories.png"/>
          <p:cNvPicPr>
            <a:picLocks noChangeAspect="1"/>
          </p:cNvPicPr>
          <p:nvPr/>
        </p:nvPicPr>
        <p:blipFill>
          <a:blip r:embed="rId9"/>
          <a:stretch>
            <a:fillRect/>
          </a:stretch>
        </p:blipFill>
        <p:spPr>
          <a:xfrm>
            <a:off x="274320" y="2233411"/>
            <a:ext cx="7178040" cy="39913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Clean Architecture на Go, Vue 3 SPA через Nginx</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Слои бэкенда:</a:t>
            </a:r>
            <a:r>
              <a:rPr sz="1600" b="0">
                <a:solidFill>
                  <a:srgbClr val="222222"/>
                </a:solidFill>
                <a:latin typeface="Times New Roman"/>
              </a:rPr>
              <a:t> handler → service → repository с инверсией зависимостей.</a:t>
            </a:r>
            <a:endParaRPr lang="ru-RU" sz="2000">
              <a:latin typeface="Times New Roman"/>
              <a:cs typeface="Times New Roman"/>
            </a:endParaRPr>
          </a:p>
          <a:p>
            <a:pPr algn="l"/>
            <a:r>
              <a:rPr sz="1600" b="1">
                <a:solidFill>
                  <a:srgbClr val="222222"/>
                </a:solidFill>
                <a:latin typeface="Times New Roman"/>
              </a:rPr>
              <a:t>62 Go-файла</a:t>
            </a:r>
            <a:r>
              <a:rPr sz="1600" b="0">
                <a:solidFill>
                  <a:srgbClr val="222222"/>
                </a:solidFill>
                <a:latin typeface="Times New Roman"/>
              </a:rPr>
              <a:t> в 14 пакетах обслуживают </a:t>
            </a:r>
            <a:r>
              <a:rPr sz="1600" b="1">
                <a:solidFill>
                  <a:srgbClr val="222222"/>
                </a:solidFill>
                <a:latin typeface="Times New Roman"/>
              </a:rPr>
              <a:t>32 REST-эндпоинта</a:t>
            </a:r>
            <a:r>
              <a:rPr sz="1600" b="0">
                <a:solidFill>
                  <a:srgbClr val="222222"/>
                </a:solidFill>
                <a:latin typeface="Times New Roman"/>
              </a:rPr>
              <a:t>.</a:t>
            </a:r>
          </a:p>
          <a:p>
            <a:pPr algn="l"/>
            <a:r>
              <a:rPr sz="1600" b="1">
                <a:solidFill>
                  <a:srgbClr val="222222"/>
                </a:solidFill>
                <a:latin typeface="Times New Roman"/>
              </a:rPr>
              <a:t>98 Vue-компонентов</a:t>
            </a:r>
            <a:r>
              <a:rPr sz="1600" b="0">
                <a:solidFill>
                  <a:srgbClr val="222222"/>
                </a:solidFill>
                <a:latin typeface="Times New Roman"/>
              </a:rPr>
              <a:t>, Pinia-сторы, ленивая загрузка админ-модулей.</a:t>
            </a:r>
          </a:p>
          <a:p>
            <a:pPr algn="l"/>
            <a:r>
              <a:rPr sz="1600" b="1">
                <a:solidFill>
                  <a:srgbClr val="222222"/>
                </a:solidFill>
                <a:latin typeface="Times New Roman"/>
              </a:rPr>
              <a:t>Nginx</a:t>
            </a:r>
            <a:r>
              <a:rPr sz="1600" b="0">
                <a:solidFill>
                  <a:srgbClr val="222222"/>
                </a:solidFill>
                <a:latin typeface="Times New Roman"/>
              </a:rPr>
              <a:t> работает обратным прокси: SPA single-origin, проксирование /api.</a:t>
            </a:r>
          </a:p>
          <a:p>
            <a:pPr algn="l"/>
            <a:r>
              <a:rPr sz="1600" b="0">
                <a:solidFill>
                  <a:srgbClr val="222222"/>
                </a:solidFill>
                <a:latin typeface="Times New Roman"/>
              </a:rPr>
              <a:t>Инфраструктура устойчивости: </a:t>
            </a:r>
            <a:r>
              <a:rPr sz="1600" b="1">
                <a:solidFill>
                  <a:srgbClr val="222222"/>
                </a:solidFill>
                <a:latin typeface="Times New Roman"/>
              </a:rPr>
              <a:t>rate limit 120 req/min</a:t>
            </a:r>
            <a:r>
              <a:rPr sz="1600" b="0">
                <a:solidFill>
                  <a:srgbClr val="222222"/>
                </a:solidFill>
                <a:latin typeface="Times New Roman"/>
              </a:rPr>
              <a:t>, graceful shutdown, структурированные логи (zap).</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Все 32 эндпоинта задокументированы в Swagger; из того же OpenAPI-спека можно генерировать типобезопасных клиентов.</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Архитектура приложения</a:t>
            </a:r>
            <a:endParaRPr/>
          </a:p>
        </p:txBody>
      </p:sp>
      <p:pic>
        <p:nvPicPr>
          <p:cNvPr id="28" name="Picture 27" descr="2.3_arhitektura_sistemy.png"/>
          <p:cNvPicPr>
            <a:picLocks noChangeAspect="1"/>
          </p:cNvPicPr>
          <p:nvPr/>
        </p:nvPicPr>
        <p:blipFill>
          <a:blip r:embed="rId9"/>
          <a:stretch>
            <a:fillRect/>
          </a:stretch>
        </p:blipFill>
        <p:spPr>
          <a:xfrm>
            <a:off x="274320" y="1988973"/>
            <a:ext cx="7178040" cy="448025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6 центральных сущностей, 8 всего, 12 таблиц</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equipment</a:t>
            </a:r>
            <a:r>
              <a:rPr sz="1600" b="0">
                <a:solidFill>
                  <a:srgbClr val="222222"/>
                </a:solidFill>
                <a:latin typeface="Times New Roman"/>
              </a:rPr>
              <a:t> — паспорт станка, JSONB-поле для расширяемых характеристик.</a:t>
            </a:r>
            <a:endParaRPr lang="ru-RU" sz="2000">
              <a:latin typeface="Times New Roman"/>
              <a:cs typeface="Times New Roman"/>
            </a:endParaRPr>
          </a:p>
          <a:p>
            <a:pPr algn="l"/>
            <a:r>
              <a:rPr sz="1600" b="1">
                <a:solidFill>
                  <a:srgbClr val="222222"/>
                </a:solidFill>
                <a:latin typeface="Times New Roman"/>
              </a:rPr>
              <a:t>work_order</a:t>
            </a:r>
            <a:r>
              <a:rPr sz="1600" b="0">
                <a:solidFill>
                  <a:srgbClr val="222222"/>
                </a:solidFill>
                <a:latin typeface="Times New Roman"/>
              </a:rPr>
              <a:t> — заявка на ремонт с FK на оборудование и исполнителя.</a:t>
            </a:r>
          </a:p>
          <a:p>
            <a:pPr algn="l"/>
            <a:r>
              <a:rPr sz="1600" b="1">
                <a:solidFill>
                  <a:srgbClr val="222222"/>
                </a:solidFill>
                <a:latin typeface="Times New Roman"/>
              </a:rPr>
              <a:t>maintenance_history</a:t>
            </a:r>
            <a:r>
              <a:rPr sz="1600" b="0">
                <a:solidFill>
                  <a:srgbClr val="222222"/>
                </a:solidFill>
                <a:latin typeface="Times New Roman"/>
              </a:rPr>
              <a:t> — журнал фактических работ и их длительности.</a:t>
            </a:r>
          </a:p>
          <a:p>
            <a:pPr algn="l"/>
            <a:r>
              <a:rPr sz="1600" b="1">
                <a:solidFill>
                  <a:srgbClr val="222222"/>
                </a:solidFill>
                <a:latin typeface="Times New Roman"/>
              </a:rPr>
              <a:t>maintenance_plan</a:t>
            </a:r>
            <a:r>
              <a:rPr sz="1600" b="0">
                <a:solidFill>
                  <a:srgbClr val="222222"/>
                </a:solidFill>
                <a:latin typeface="Times New Roman"/>
              </a:rPr>
              <a:t> — регламент ТО: интервал, следующая дата, активность.</a:t>
            </a:r>
          </a:p>
          <a:p>
            <a:pPr algn="l"/>
            <a:r>
              <a:rPr sz="1600" b="1">
                <a:solidFill>
                  <a:srgbClr val="222222"/>
                </a:solidFill>
                <a:latin typeface="Times New Roman"/>
              </a:rPr>
              <a:t>user, role</a:t>
            </a:r>
            <a:r>
              <a:rPr sz="1600" b="0">
                <a:solidFill>
                  <a:srgbClr val="222222"/>
                </a:solidFill>
                <a:latin typeface="Times New Roman"/>
              </a:rPr>
              <a:t> — авторизация, 4 роли и 16 разрешений.</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Foreign keys с каскадным поведением, индексы на частые запросы (по статусу, исполнителю, сроку).</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Модель данных</a:t>
            </a:r>
            <a:endParaRPr/>
          </a:p>
        </p:txBody>
      </p:sp>
      <p:pic>
        <p:nvPicPr>
          <p:cNvPr id="28" name="Picture 27" descr="image.png"/>
          <p:cNvPicPr>
            <a:picLocks noChangeAspect="1"/>
          </p:cNvPicPr>
          <p:nvPr/>
        </p:nvPicPr>
        <p:blipFill>
          <a:blip r:embed="rId7"/>
          <a:stretch>
            <a:fillRect/>
          </a:stretch>
        </p:blipFill>
        <p:spPr>
          <a:xfrm>
            <a:off x="274320" y="1988973"/>
            <a:ext cx="7178040" cy="448025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Форма создания, список с фильтрами, 6 состояний наряда</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Форма заявки</a:t>
            </a:r>
            <a:r>
              <a:rPr sz="1600" b="0">
                <a:solidFill>
                  <a:srgbClr val="222222"/>
                </a:solidFill>
                <a:latin typeface="Times New Roman"/>
              </a:rPr>
              <a:t> — выбор оборудования из справочника, тип проблемы, срочность, фото.</a:t>
            </a:r>
            <a:endParaRPr lang="ru-RU" sz="2000">
              <a:latin typeface="Times New Roman"/>
              <a:cs typeface="Times New Roman"/>
            </a:endParaRPr>
          </a:p>
          <a:p>
            <a:pPr algn="l"/>
            <a:r>
              <a:rPr sz="1600" b="1">
                <a:solidFill>
                  <a:srgbClr val="222222"/>
                </a:solidFill>
                <a:latin typeface="Times New Roman"/>
              </a:rPr>
              <a:t>Список заявок</a:t>
            </a:r>
            <a:r>
              <a:rPr sz="1600" b="0">
                <a:solidFill>
                  <a:srgbClr val="222222"/>
                </a:solidFill>
                <a:latin typeface="Times New Roman"/>
              </a:rPr>
              <a:t> — фильтры по статусу, исполнителю, типу оборудования; подсветка просроченных.</a:t>
            </a:r>
          </a:p>
          <a:p>
            <a:pPr algn="l"/>
            <a:r>
              <a:rPr sz="1600" b="1">
                <a:solidFill>
                  <a:srgbClr val="222222"/>
                </a:solidFill>
                <a:latin typeface="Times New Roman"/>
              </a:rPr>
              <a:t>Состояния:</a:t>
            </a:r>
            <a:r>
              <a:rPr sz="1600" b="0">
                <a:solidFill>
                  <a:srgbClr val="222222"/>
                </a:solidFill>
                <a:latin typeface="Times New Roman"/>
              </a:rPr>
              <a:t> новая → принята → в работе → на проверке → закрыта → архив.</a:t>
            </a:r>
          </a:p>
          <a:p>
            <a:pPr algn="l"/>
            <a:r>
              <a:rPr sz="1600" b="1">
                <a:solidFill>
                  <a:srgbClr val="222222"/>
                </a:solidFill>
                <a:latin typeface="Times New Roman"/>
              </a:rPr>
              <a:t>Уведомления</a:t>
            </a:r>
            <a:r>
              <a:rPr sz="1600" b="0">
                <a:solidFill>
                  <a:srgbClr val="222222"/>
                </a:solidFill>
                <a:latin typeface="Times New Roman"/>
              </a:rPr>
              <a:t> исполнителю при назначении и за сутки до дедлайна.</a:t>
            </a:r>
          </a:p>
          <a:p>
            <a:pPr algn="l"/>
            <a:r>
              <a:rPr sz="1600" b="0">
                <a:solidFill>
                  <a:srgbClr val="222222"/>
                </a:solidFill>
                <a:latin typeface="Times New Roman"/>
              </a:rPr>
              <a:t>Kanban-режим для диспетчера (опциональный).</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Валидация на клиенте и сервере. Срок выполнения рассчитывается из приоритета и регламента предприятия.</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Интерфейс: работа с заявками</a:t>
            </a:r>
            <a:endParaRPr/>
          </a:p>
        </p:txBody>
      </p:sp>
      <p:pic>
        <p:nvPicPr>
          <p:cNvPr id="28" name="Picture 27" descr="3.2_forma_sozdaniya_zayavki.png"/>
          <p:cNvPicPr>
            <a:picLocks noChangeAspect="1"/>
          </p:cNvPicPr>
          <p:nvPr/>
        </p:nvPicPr>
        <p:blipFill>
          <a:blip r:embed="rId7"/>
          <a:stretch>
            <a:fillRect/>
          </a:stretch>
        </p:blipFill>
        <p:spPr>
          <a:xfrm>
            <a:off x="274320" y="2245792"/>
            <a:ext cx="7178040" cy="396661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Карточки, списки, автоматические графики ППР</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Карточка оборудования</a:t>
            </a:r>
            <a:r>
              <a:rPr sz="1600" b="0">
                <a:solidFill>
                  <a:srgbClr val="222222"/>
                </a:solidFill>
                <a:latin typeface="Times New Roman"/>
              </a:rPr>
              <a:t> — паспорт, журнал работ, расписание ТО, вложения.</a:t>
            </a:r>
            <a:endParaRPr lang="ru-RU" sz="2000">
              <a:latin typeface="Times New Roman"/>
              <a:cs typeface="Times New Roman"/>
            </a:endParaRPr>
          </a:p>
          <a:p>
            <a:pPr algn="l"/>
            <a:r>
              <a:rPr sz="1600" b="1">
                <a:solidFill>
                  <a:srgbClr val="222222"/>
                </a:solidFill>
                <a:latin typeface="Times New Roman"/>
              </a:rPr>
              <a:t>Список</a:t>
            </a:r>
            <a:r>
              <a:rPr sz="1600" b="0">
                <a:solidFill>
                  <a:srgbClr val="222222"/>
                </a:solidFill>
                <a:latin typeface="Times New Roman"/>
              </a:rPr>
              <a:t> — сортировка по цеху, состоянию, наработке.</a:t>
            </a:r>
          </a:p>
          <a:p>
            <a:pPr algn="l"/>
            <a:r>
              <a:rPr sz="1600" b="1">
                <a:solidFill>
                  <a:srgbClr val="222222"/>
                </a:solidFill>
                <a:latin typeface="Times New Roman"/>
              </a:rPr>
              <a:t>Графики ТО</a:t>
            </a:r>
            <a:r>
              <a:rPr sz="1600" b="0">
                <a:solidFill>
                  <a:srgbClr val="222222"/>
                </a:solidFill>
                <a:latin typeface="Times New Roman"/>
              </a:rPr>
              <a:t> — расчёт дат по циклу и наработке; автоматические наряды.</a:t>
            </a:r>
          </a:p>
          <a:p>
            <a:pPr algn="l"/>
            <a:r>
              <a:rPr sz="1600" b="1">
                <a:solidFill>
                  <a:srgbClr val="222222"/>
                </a:solidFill>
                <a:latin typeface="Times New Roman"/>
              </a:rPr>
              <a:t>История обслуживания</a:t>
            </a:r>
            <a:r>
              <a:rPr sz="1600" b="0">
                <a:solidFill>
                  <a:srgbClr val="222222"/>
                </a:solidFill>
                <a:latin typeface="Times New Roman"/>
              </a:rPr>
              <a:t> доступна одним кликом из карточки.</a:t>
            </a:r>
          </a:p>
          <a:p>
            <a:pPr algn="l"/>
            <a:r>
              <a:rPr sz="1600" b="0">
                <a:solidFill>
                  <a:srgbClr val="222222"/>
                </a:solidFill>
                <a:latin typeface="Times New Roman"/>
              </a:rPr>
              <a:t>Регламент настраивается под конкретную модель станка.</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Система напоминает о предстоящем обслуживании и формирует наряды по расписанию без участия инженера.</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Интерфейс: оборудование и ТО</a:t>
            </a:r>
            <a:endParaRPr/>
          </a:p>
        </p:txBody>
      </p:sp>
      <p:pic>
        <p:nvPicPr>
          <p:cNvPr id="28" name="Picture 27" descr="3.6_kartochka_oborudovaniya.png"/>
          <p:cNvPicPr>
            <a:picLocks noChangeAspect="1"/>
          </p:cNvPicPr>
          <p:nvPr/>
        </p:nvPicPr>
        <p:blipFill>
          <a:blip r:embed="rId7"/>
          <a:stretch>
            <a:fillRect/>
          </a:stretch>
        </p:blipFill>
        <p:spPr>
          <a:xfrm>
            <a:off x="274320" y="2245792"/>
            <a:ext cx="7178040" cy="396661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KPI в реальном времени, 32 эндпоинта в Swagger</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Дашборд</a:t>
            </a:r>
            <a:r>
              <a:rPr sz="1600" b="0">
                <a:solidFill>
                  <a:srgbClr val="222222"/>
                </a:solidFill>
                <a:latin typeface="Times New Roman"/>
              </a:rPr>
              <a:t> — активные заявки, загрузка техников, процент выполнения ППР.</a:t>
            </a:r>
            <a:endParaRPr lang="ru-RU" sz="2000">
              <a:latin typeface="Times New Roman"/>
              <a:cs typeface="Times New Roman"/>
            </a:endParaRPr>
          </a:p>
          <a:p>
            <a:pPr algn="l"/>
            <a:r>
              <a:rPr sz="1600" b="1">
                <a:solidFill>
                  <a:srgbClr val="222222"/>
                </a:solidFill>
                <a:latin typeface="Times New Roman"/>
              </a:rPr>
              <a:t>Период и фильтры</a:t>
            </a:r>
            <a:r>
              <a:rPr sz="1600" b="0">
                <a:solidFill>
                  <a:srgbClr val="222222"/>
                </a:solidFill>
                <a:latin typeface="Times New Roman"/>
              </a:rPr>
              <a:t> настраиваемы, данные обновляются в реальном времени.</a:t>
            </a:r>
          </a:p>
          <a:p>
            <a:pPr algn="l"/>
            <a:r>
              <a:rPr sz="1600" b="1">
                <a:solidFill>
                  <a:srgbClr val="222222"/>
                </a:solidFill>
                <a:latin typeface="Times New Roman"/>
              </a:rPr>
              <a:t>32 REST-эндпоинта</a:t>
            </a:r>
            <a:r>
              <a:rPr sz="1600" b="0">
                <a:solidFill>
                  <a:srgbClr val="222222"/>
                </a:solidFill>
                <a:latin typeface="Times New Roman"/>
              </a:rPr>
              <a:t> задокументированы в Swagger UI (OpenAPI 3).</a:t>
            </a:r>
          </a:p>
          <a:p>
            <a:pPr algn="l"/>
            <a:r>
              <a:rPr sz="1600" b="1">
                <a:solidFill>
                  <a:srgbClr val="222222"/>
                </a:solidFill>
                <a:latin typeface="Times New Roman"/>
              </a:rPr>
              <a:t>JWT</a:t>
            </a:r>
            <a:r>
              <a:rPr sz="1600" b="0">
                <a:solidFill>
                  <a:srgbClr val="222222"/>
                </a:solidFill>
                <a:latin typeface="Times New Roman"/>
              </a:rPr>
              <a:t> хранится в httpOnly-cookie, активна CSRF-защита и строгие CSP-заголовки.</a:t>
            </a:r>
          </a:p>
          <a:p>
            <a:pPr algn="l"/>
            <a:r>
              <a:rPr sz="1600" b="0">
                <a:solidFill>
                  <a:srgbClr val="222222"/>
                </a:solidFill>
                <a:latin typeface="Times New Roman"/>
              </a:rPr>
              <a:t>API доступен сторонним системам (1С, IoT-шлюзы) через отдельный API-ключ.</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Swagger UI доступен только администратору и инженеру. Из OpenAPI-спека генерируется типобезопасный TS-клиент.</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Дашборд и REST API</a:t>
            </a:r>
            <a:endParaRPr/>
          </a:p>
        </p:txBody>
      </p:sp>
      <p:pic>
        <p:nvPicPr>
          <p:cNvPr id="28" name="Picture 27" descr="3.4_dashboard_charts.png"/>
          <p:cNvPicPr>
            <a:picLocks noChangeAspect="1"/>
          </p:cNvPicPr>
          <p:nvPr/>
        </p:nvPicPr>
        <p:blipFill>
          <a:blip r:embed="rId9"/>
          <a:stretch>
            <a:fillRect/>
          </a:stretch>
        </p:blipFill>
        <p:spPr>
          <a:xfrm>
            <a:off x="274320" y="2245792"/>
            <a:ext cx="7178040" cy="396661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Рисунок 5"/>
          <p:cNvPicPr>
            <a:picLocks noChangeAspect="1"/>
          </p:cNvPicPr>
          <p:nvPr/>
        </p:nvPicPr>
        <p:blipFill>
          <a:blip r:embed="rId3"/>
          <a:stretch/>
        </p:blipFill>
        <p:spPr bwMode="auto">
          <a:xfrm>
            <a:off x="11083819" y="0"/>
            <a:ext cx="1102388" cy="908725"/>
          </a:xfrm>
          <a:prstGeom prst="rect">
            <a:avLst/>
          </a:prstGeom>
        </p:spPr>
      </p:pic>
      <p:sp>
        <p:nvSpPr>
          <p:cNvPr id="16" name="TextBox 15"/>
          <p:cNvSpPr txBox="1"/>
          <p:nvPr/>
        </p:nvSpPr>
        <p:spPr bwMode="auto">
          <a:xfrm>
            <a:off x="274320" y="1097280"/>
            <a:ext cx="11521440" cy="502920"/>
          </a:xfrm>
          <a:prstGeom prst="rect">
            <a:avLst/>
          </a:prstGeom>
          <a:noFill/>
        </p:spPr>
        <p:txBody>
          <a:bodyPr wrap="square">
            <a:spAutoFit/>
          </a:bodyPr>
          <a:lstStyle/>
          <a:p>
            <a:pPr algn="l">
              <a:defRPr/>
            </a:pPr>
            <a:r>
              <a:rPr sz="2000" b="1">
                <a:solidFill>
                  <a:srgbClr val="222222"/>
                </a:solidFill>
                <a:latin typeface="Times New Roman"/>
              </a:rPr>
              <a:t>81 тест, покрытие 68 %, медиана 47 мс при 500 подключениях</a:t>
            </a:r>
            <a:endParaRPr/>
          </a:p>
        </p:txBody>
      </p:sp>
      <p:sp>
        <p:nvSpPr>
          <p:cNvPr id="17" name="TextBox 16"/>
          <p:cNvSpPr txBox="1"/>
          <p:nvPr/>
        </p:nvSpPr>
        <p:spPr bwMode="auto">
          <a:xfrm>
            <a:off x="7589520" y="1783080"/>
            <a:ext cx="4290480" cy="3840480"/>
          </a:xfrm>
          <a:prstGeom prst="rect">
            <a:avLst/>
          </a:prstGeom>
          <a:noFill/>
          <a:ln w="28575">
            <a:solidFill>
              <a:schemeClr val="bg2">
                <a:lumMod val="50000"/>
              </a:schemeClr>
            </a:solidFill>
          </a:ln>
        </p:spPr>
        <p:txBody>
          <a:bodyPr wrap="square">
            <a:spAutoFit/>
          </a:bodyPr>
          <a:lstStyle/>
          <a:p>
            <a:pPr algn="l">
              <a:defRPr/>
            </a:pPr>
            <a:r>
              <a:rPr sz="1600" b="1">
                <a:solidFill>
                  <a:srgbClr val="222222"/>
                </a:solidFill>
                <a:latin typeface="Times New Roman"/>
              </a:rPr>
              <a:t>28 модульных</a:t>
            </a:r>
            <a:r>
              <a:rPr sz="1600" b="0">
                <a:solidFill>
                  <a:srgbClr val="222222"/>
                </a:solidFill>
                <a:latin typeface="Times New Roman"/>
              </a:rPr>
              <a:t> тестов (Go) — доменная логика и сервисы.</a:t>
            </a:r>
            <a:endParaRPr lang="ru-RU" sz="2000">
              <a:latin typeface="Times New Roman"/>
              <a:cs typeface="Times New Roman"/>
            </a:endParaRPr>
          </a:p>
          <a:p>
            <a:pPr algn="l"/>
            <a:r>
              <a:rPr sz="1600" b="1">
                <a:solidFill>
                  <a:srgbClr val="222222"/>
                </a:solidFill>
                <a:latin typeface="Times New Roman"/>
              </a:rPr>
              <a:t>45 интеграционных</a:t>
            </a:r>
            <a:r>
              <a:rPr sz="1600" b="0">
                <a:solidFill>
                  <a:srgbClr val="222222"/>
                </a:solidFill>
                <a:latin typeface="Times New Roman"/>
              </a:rPr>
              <a:t> (testcontainers + PostgreSQL) — репозитории и API.</a:t>
            </a:r>
          </a:p>
          <a:p>
            <a:pPr algn="l"/>
            <a:r>
              <a:rPr sz="1600" b="1">
                <a:solidFill>
                  <a:srgbClr val="222222"/>
                </a:solidFill>
                <a:latin typeface="Times New Roman"/>
              </a:rPr>
              <a:t>8 сквозных</a:t>
            </a:r>
            <a:r>
              <a:rPr sz="1600" b="0">
                <a:solidFill>
                  <a:srgbClr val="222222"/>
                </a:solidFill>
                <a:latin typeface="Times New Roman"/>
              </a:rPr>
              <a:t> (Playwright) — ключевые пользовательские сценарии.</a:t>
            </a:r>
          </a:p>
          <a:p>
            <a:pPr algn="l"/>
            <a:r>
              <a:rPr sz="1600" b="1">
                <a:solidFill>
                  <a:srgbClr val="222222"/>
                </a:solidFill>
                <a:latin typeface="Times New Roman"/>
              </a:rPr>
              <a:t>Покрытие критичных модулей 76–84 %</a:t>
            </a:r>
            <a:r>
              <a:rPr sz="1600" b="0">
                <a:solidFill>
                  <a:srgbClr val="222222"/>
                </a:solidFill>
                <a:latin typeface="Times New Roman"/>
              </a:rPr>
              <a:t> (аутентификация, обработка заявок).</a:t>
            </a:r>
          </a:p>
          <a:p>
            <a:pPr algn="l"/>
            <a:r>
              <a:rPr sz="1600" b="1">
                <a:solidFill>
                  <a:srgbClr val="222222"/>
                </a:solidFill>
                <a:latin typeface="Times New Roman"/>
              </a:rPr>
              <a:t>Нагрузка:</a:t>
            </a:r>
            <a:r>
              <a:rPr sz="1600" b="0">
                <a:solidFill>
                  <a:srgbClr val="222222"/>
                </a:solidFill>
                <a:latin typeface="Times New Roman"/>
              </a:rPr>
              <a:t> 500 одновременных подключений, p95 = 180 мс, throughput 2.4k req/s.</a:t>
            </a:r>
          </a:p>
        </p:txBody>
      </p:sp>
      <p:sp>
        <p:nvSpPr>
          <p:cNvPr id="18" name="TextBox 17"/>
          <p:cNvSpPr txBox="1"/>
          <p:nvPr/>
        </p:nvSpPr>
        <p:spPr bwMode="auto">
          <a:xfrm>
            <a:off x="7589520" y="5715000"/>
            <a:ext cx="4290480" cy="960120"/>
          </a:xfrm>
          <a:prstGeom prst="rect">
            <a:avLst/>
          </a:prstGeom>
          <a:noFill/>
          <a:ln w="28575">
            <a:solidFill>
              <a:schemeClr val="bg2">
                <a:lumMod val="50000"/>
              </a:schemeClr>
            </a:solidFill>
          </a:ln>
        </p:spPr>
        <p:txBody>
          <a:bodyPr wrap="square">
            <a:spAutoFit/>
          </a:bodyPr>
          <a:lstStyle/>
          <a:p>
            <a:pPr algn="l">
              <a:defRPr/>
            </a:pPr>
            <a:r>
              <a:rPr sz="1400" b="0">
                <a:solidFill>
                  <a:srgbClr val="555555"/>
                </a:solidFill>
                <a:latin typeface="Times New Roman"/>
              </a:rPr>
              <a:t>Все 81 тест проходят в CI. Docker-образы: Go API 18 МБ, Nginx+Vue 25 МБ. Развёртывание — одна команда.</a:t>
            </a:r>
            <a:endParaRPr lang="ru-RU" sz="2000">
              <a:latin typeface="Times New Roman"/>
              <a:cs typeface="Times New Roman"/>
            </a:endParaRPr>
          </a:p>
        </p:txBody>
      </p:sp>
      <p:sp>
        <p:nvSpPr>
          <p:cNvPr id="27" name="TextBox 26"/>
          <p:cNvSpPr txBox="1"/>
          <p:nvPr/>
        </p:nvSpPr>
        <p:spPr bwMode="auto">
          <a:xfrm>
            <a:off x="274320" y="274320"/>
            <a:ext cx="11521440" cy="777240"/>
          </a:xfrm>
          <a:prstGeom prst="rect">
            <a:avLst/>
          </a:prstGeom>
          <a:noFill/>
        </p:spPr>
        <p:txBody>
          <a:bodyPr wrap="square" rtlCol="0">
            <a:spAutoFit/>
          </a:bodyPr>
          <a:lstStyle/>
          <a:p>
            <a:pPr algn="l">
              <a:defRPr/>
            </a:pPr>
            <a:r>
              <a:rPr sz="3600" b="1">
                <a:solidFill>
                  <a:srgbClr val="1F3A5F"/>
                </a:solidFill>
                <a:latin typeface="Times New Roman"/>
              </a:rPr>
              <a:t>Тестирование и нагрузка</a:t>
            </a:r>
            <a:endParaRPr/>
          </a:p>
        </p:txBody>
      </p:sp>
      <p:pic>
        <p:nvPicPr>
          <p:cNvPr id="28" name="Picture 27" descr="test_metrics.png"/>
          <p:cNvPicPr>
            <a:picLocks noChangeAspect="1"/>
          </p:cNvPicPr>
          <p:nvPr/>
        </p:nvPicPr>
        <p:blipFill>
          <a:blip r:embed="rId9"/>
          <a:stretch>
            <a:fillRect/>
          </a:stretch>
        </p:blipFill>
        <p:spPr>
          <a:xfrm>
            <a:off x="274320" y="2129049"/>
            <a:ext cx="7178040" cy="4200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2446137" y="2699098"/>
            <a:ext cx="5896792" cy="1685133"/>
          </a:xfrm>
        </p:spPr>
        <p:txBody>
          <a:bodyPr wrap="square"/>
          <a:lstStyle/>
          <a:p>
            <a:pPr algn="ctr">
              <a:defRPr/>
            </a:pPr>
            <a:r>
              <a:rPr sz="4400" b="1">
                <a:solidFill>
                  <a:srgbClr val="1F3A5F"/>
                </a:solidFill>
                <a:latin typeface="Times New Roman"/>
              </a:rPr>
              <a:t>Спасибо за внимание</a:t>
            </a:r>
            <a:endParaRPr/>
          </a:p>
        </p:txBody>
      </p:sp>
      <p:sp>
        <p:nvSpPr>
          <p:cNvPr id="3" name="TextBox 2"/>
          <p:cNvSpPr txBox="1"/>
          <p:nvPr/>
        </p:nvSpPr>
        <p:spPr bwMode="auto">
          <a:xfrm>
            <a:off x="1103813" y="1137527"/>
            <a:ext cx="7566624" cy="954107"/>
          </a:xfrm>
          <a:prstGeom prst="rect">
            <a:avLst/>
          </a:prstGeom>
          <a:noFill/>
        </p:spPr>
        <p:txBody>
          <a:bodyPr wrap="square">
            <a:spAutoFit/>
          </a:bodyPr>
          <a:lstStyle/>
          <a:p>
            <a:pPr algn="ctr">
              <a:defRPr/>
            </a:pPr>
            <a:r>
              <a:rPr sz="1800" b="0">
                <a:solidFill>
                  <a:srgbClr val="222222"/>
                </a:solidFill>
                <a:latin typeface="Times New Roman"/>
              </a:rPr>
              <a:t>«Разработка веб-приложения для управления техническим обслуживанием и ремонтом оборудования предприятия»</a:t>
            </a:r>
            <a:endParaRPr/>
          </a:p>
        </p:txBody>
      </p:sp>
      <p:sp>
        <p:nvSpPr>
          <p:cNvPr id="4" name="TextBox 3"/>
          <p:cNvSpPr txBox="1"/>
          <p:nvPr/>
        </p:nvSpPr>
        <p:spPr bwMode="auto">
          <a:xfrm>
            <a:off x="6010874" y="4384231"/>
            <a:ext cx="6094520" cy="2308324"/>
          </a:xfrm>
          <a:prstGeom prst="rect">
            <a:avLst/>
          </a:prstGeom>
          <a:noFill/>
        </p:spPr>
        <p:txBody>
          <a:bodyPr wrap="square">
            <a:spAutoFit/>
          </a:bodyPr>
          <a:lstStyle/>
          <a:p>
            <a:pPr algn="l">
              <a:defRPr/>
            </a:pPr>
            <a:r>
              <a:rPr sz="1400" b="1">
                <a:solidFill>
                  <a:srgbClr val="222222"/>
                </a:solidFill>
                <a:latin typeface="Times New Roman"/>
              </a:rPr>
              <a:t>Подготовил:</a:t>
            </a:r>
            <a:endParaRPr/>
          </a:p>
          <a:p>
            <a:pPr algn="l"/>
            <a:r>
              <a:rPr sz="1400" b="0">
                <a:solidFill>
                  <a:srgbClr val="222222"/>
                </a:solidFill>
                <a:latin typeface="Times New Roman"/>
              </a:rPr>
              <a:t>студент группы ЭФБО-06-22</a:t>
            </a:r>
          </a:p>
          <a:p>
            <a:pPr algn="l"/>
            <a:r>
              <a:rPr sz="1400" b="0">
                <a:solidFill>
                  <a:srgbClr val="222222"/>
                </a:solidFill>
                <a:latin typeface="Times New Roman"/>
              </a:rPr>
              <a:t>Суднишников Никита Михайлович</a:t>
            </a:r>
          </a:p>
          <a:p>
            <a:pPr algn="l"/>
          </a:p>
          <a:p>
            <a:pPr algn="l"/>
            <a:r>
              <a:rPr sz="1400" b="1">
                <a:solidFill>
                  <a:srgbClr val="222222"/>
                </a:solidFill>
                <a:latin typeface="Times New Roman"/>
              </a:rPr>
              <a:t>Руководитель:</a:t>
            </a:r>
          </a:p>
          <a:p>
            <a:pPr algn="l"/>
            <a:r>
              <a:rPr sz="1400" b="0">
                <a:solidFill>
                  <a:srgbClr val="222222"/>
                </a:solidFill>
                <a:latin typeface="Times New Roman"/>
              </a:rPr>
              <a:t>к.т.н., доцент кафедры индустриального программирования</a:t>
            </a:r>
          </a:p>
          <a:p>
            <a:pPr algn="l"/>
            <a:r>
              <a:rPr sz="1400" b="0">
                <a:solidFill>
                  <a:srgbClr val="222222"/>
                </a:solidFill>
                <a:latin typeface="Times New Roman"/>
              </a:rPr>
              <a:t>Бочаров Михаил Иванович</a:t>
            </a: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1_Theme1">
  <a:themeElements>
    <a:clrScheme name="МИРЭА">
      <a:dk1>
        <a:srgbClr val="000000"/>
      </a:dk1>
      <a:lt1>
        <a:srgbClr val="FFFFFF"/>
      </a:lt1>
      <a:dk2>
        <a:srgbClr val="000000"/>
      </a:dk2>
      <a:lt2>
        <a:srgbClr val="FFFFFF"/>
      </a:lt2>
      <a:accent1>
        <a:srgbClr val="D7D7DD"/>
      </a:accent1>
      <a:accent2>
        <a:srgbClr val="AAAAB4"/>
      </a:accent2>
      <a:accent3>
        <a:srgbClr val="8291A2"/>
      </a:accent3>
      <a:accent4>
        <a:srgbClr val="2E2E37"/>
      </a:accent4>
      <a:accent5>
        <a:srgbClr val="365CA7"/>
      </a:accent5>
      <a:accent6>
        <a:srgbClr val="60C2CE"/>
      </a:accent6>
      <a:hlink>
        <a:srgbClr val="00B0F0"/>
      </a:hlink>
      <a:folHlink>
        <a:srgbClr val="F38B00"/>
      </a:folHlink>
    </a:clrScheme>
    <a:fontScheme name="Другая 5">
      <a:majorFont>
        <a:latin typeface="DIN Pro Medium"/>
        <a:ea typeface="Arial"/>
        <a:cs typeface="Arial"/>
      </a:majorFont>
      <a:minorFont>
        <a:latin typeface="DIN Pro Regular"/>
        <a:ea typeface="Arial"/>
        <a:cs typeface="Arial"/>
      </a:minorFont>
    </a:fontScheme>
    <a:fmtScheme name="Тема 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ln w="9525">
          <a:solidFill>
            <a:schemeClr val="bg1">
              <a:lumMod val="50000"/>
            </a:schemeClr>
          </a:solidFill>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9525">
          <a:solidFill>
            <a:schemeClr val="bg1">
              <a:lumMod val="50000"/>
            </a:schemeClr>
          </a:solidFill>
          <a:prstDash val="solid"/>
          <a:tailEnd type="none"/>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ln w="9525">
          <a:noFill/>
          <a:miter lim="800000"/>
          <a:headEnd/>
          <a:tailEnd/>
        </a:ln>
      </a:spPr>
      <a:bodyPr/>
      <a:lstStyle/>
    </a:txDef>
  </a:objectDefaul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0</Words>
  <Application>r7-office/2024.3.2.622</Application>
  <DocSecurity>0</DocSecurity>
  <PresentationFormat>Произвольный</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HP</dc:creator>
  <cp:keywords/>
  <dc:description/>
  <dc:identifier/>
  <dc:language/>
  <cp:lastModifiedBy>Аноним</cp:lastModifiedBy>
  <cp:revision>940</cp:revision>
  <dcterms:created xsi:type="dcterms:W3CDTF">2021-05-24T15:42:45Z</dcterms:created>
  <dcterms:modified xsi:type="dcterms:W3CDTF">2026-04-14T11:11:35Z</dcterms:modified>
  <cp:category/>
  <cp:contentStatus/>
  <cp:version/>
</cp:coreProperties>
</file>